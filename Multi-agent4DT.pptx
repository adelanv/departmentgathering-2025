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7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58" r:id="rId12"/>
    <p:sldId id="268" r:id="rId13"/>
    <p:sldId id="270" r:id="rId14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40E7E7-3638-4A29-A623-5192DB3902F4}" v="306" dt="2025-10-15T07:38:31.785"/>
    <p1510:client id="{92EC9CF0-2331-C347-A714-F3089E906419}" v="6" dt="2025-10-15T07:16:09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 Ngoc Lam" userId="230f1ae5-ab5b-4ec6-87e3-6ef016cdabf3" providerId="ADAL" clId="{63D110D8-8880-5270-B3D1-A8B78CADEEE9}"/>
    <pc:docChg chg="custSel addSld modSld">
      <pc:chgData name="An Ngoc Lam" userId="230f1ae5-ab5b-4ec6-87e3-6ef016cdabf3" providerId="ADAL" clId="{63D110D8-8880-5270-B3D1-A8B78CADEEE9}" dt="2025-10-15T07:16:09.505" v="5" actId="1076"/>
      <pc:docMkLst>
        <pc:docMk/>
      </pc:docMkLst>
      <pc:sldChg chg="addSp delSp modSp mod">
        <pc:chgData name="An Ngoc Lam" userId="230f1ae5-ab5b-4ec6-87e3-6ef016cdabf3" providerId="ADAL" clId="{63D110D8-8880-5270-B3D1-A8B78CADEEE9}" dt="2025-10-15T07:16:09.505" v="5" actId="1076"/>
        <pc:sldMkLst>
          <pc:docMk/>
          <pc:sldMk cId="3686194882" sldId="266"/>
        </pc:sldMkLst>
        <pc:picChg chg="add mod">
          <ac:chgData name="An Ngoc Lam" userId="230f1ae5-ab5b-4ec6-87e3-6ef016cdabf3" providerId="ADAL" clId="{63D110D8-8880-5270-B3D1-A8B78CADEEE9}" dt="2025-10-15T07:16:09.505" v="5" actId="1076"/>
          <ac:picMkLst>
            <pc:docMk/>
            <pc:sldMk cId="3686194882" sldId="266"/>
            <ac:picMk id="3" creationId="{C210DFDC-33B0-BDF6-0FD3-CFEE194F0F97}"/>
          </ac:picMkLst>
        </pc:picChg>
        <pc:picChg chg="del">
          <ac:chgData name="An Ngoc Lam" userId="230f1ae5-ab5b-4ec6-87e3-6ef016cdabf3" providerId="ADAL" clId="{63D110D8-8880-5270-B3D1-A8B78CADEEE9}" dt="2025-10-15T07:16:04.975" v="1" actId="478"/>
          <ac:picMkLst>
            <pc:docMk/>
            <pc:sldMk cId="3686194882" sldId="266"/>
            <ac:picMk id="4" creationId="{9B02A64E-C8F6-8591-F845-4F90EB260128}"/>
          </ac:picMkLst>
        </pc:picChg>
      </pc:sldChg>
      <pc:sldChg chg="modSp mod">
        <pc:chgData name="An Ngoc Lam" userId="230f1ae5-ab5b-4ec6-87e3-6ef016cdabf3" providerId="ADAL" clId="{63D110D8-8880-5270-B3D1-A8B78CADEEE9}" dt="2025-10-15T07:16:06.153" v="3" actId="27636"/>
        <pc:sldMkLst>
          <pc:docMk/>
          <pc:sldMk cId="1971890539" sldId="270"/>
        </pc:sldMkLst>
        <pc:spChg chg="mod">
          <ac:chgData name="An Ngoc Lam" userId="230f1ae5-ab5b-4ec6-87e3-6ef016cdabf3" providerId="ADAL" clId="{63D110D8-8880-5270-B3D1-A8B78CADEEE9}" dt="2025-10-15T07:16:06.153" v="3" actId="27636"/>
          <ac:spMkLst>
            <pc:docMk/>
            <pc:sldMk cId="1971890539" sldId="270"/>
            <ac:spMk id="5" creationId="{B2EB0FAA-183A-25B8-6308-084777D95B46}"/>
          </ac:spMkLst>
        </pc:spChg>
      </pc:sldChg>
      <pc:sldChg chg="add">
        <pc:chgData name="An Ngoc Lam" userId="230f1ae5-ab5b-4ec6-87e3-6ef016cdabf3" providerId="ADAL" clId="{63D110D8-8880-5270-B3D1-A8B78CADEEE9}" dt="2025-10-15T07:16:02.503" v="0" actId="2890"/>
        <pc:sldMkLst>
          <pc:docMk/>
          <pc:sldMk cId="2461978777" sldId="272"/>
        </pc:sldMkLst>
      </pc:sldChg>
    </pc:docChg>
  </pc:docChgLst>
  <pc:docChgLst>
    <pc:chgData name="Adela Nedisan Videsjorden" userId="16205ae5-98c8-4080-bff7-3ead80d46a09" providerId="ADAL" clId="{CB254D50-70D7-42A1-80E6-E8FD860A9ABC}"/>
    <pc:docChg chg="undo custSel addSld delSld modSld sldOrd">
      <pc:chgData name="Adela Nedisan Videsjorden" userId="16205ae5-98c8-4080-bff7-3ead80d46a09" providerId="ADAL" clId="{CB254D50-70D7-42A1-80E6-E8FD860A9ABC}" dt="2025-10-15T07:38:31.785" v="3863" actId="20577"/>
      <pc:docMkLst>
        <pc:docMk/>
      </pc:docMkLst>
      <pc:sldChg chg="modSp mod">
        <pc:chgData name="Adela Nedisan Videsjorden" userId="16205ae5-98c8-4080-bff7-3ead80d46a09" providerId="ADAL" clId="{CB254D50-70D7-42A1-80E6-E8FD860A9ABC}" dt="2025-10-15T04:57:28.659" v="3159"/>
        <pc:sldMkLst>
          <pc:docMk/>
          <pc:sldMk cId="2779956770" sldId="256"/>
        </pc:sldMkLst>
        <pc:spChg chg="mod">
          <ac:chgData name="Adela Nedisan Videsjorden" userId="16205ae5-98c8-4080-bff7-3ead80d46a09" providerId="ADAL" clId="{CB254D50-70D7-42A1-80E6-E8FD860A9ABC}" dt="2025-10-15T04:56:40.801" v="3151" actId="1076"/>
          <ac:spMkLst>
            <pc:docMk/>
            <pc:sldMk cId="2779956770" sldId="256"/>
            <ac:spMk id="2" creationId="{9E61E4DA-7A9F-2760-51E8-52896C64769A}"/>
          </ac:spMkLst>
        </pc:spChg>
        <pc:spChg chg="mod">
          <ac:chgData name="Adela Nedisan Videsjorden" userId="16205ae5-98c8-4080-bff7-3ead80d46a09" providerId="ADAL" clId="{CB254D50-70D7-42A1-80E6-E8FD860A9ABC}" dt="2025-10-15T04:57:28.659" v="3159"/>
          <ac:spMkLst>
            <pc:docMk/>
            <pc:sldMk cId="2779956770" sldId="256"/>
            <ac:spMk id="3" creationId="{5B0DE831-F176-DFF0-C2B3-847BC2D71D61}"/>
          </ac:spMkLst>
        </pc:spChg>
      </pc:sldChg>
      <pc:sldChg chg="modSp mod">
        <pc:chgData name="Adela Nedisan Videsjorden" userId="16205ae5-98c8-4080-bff7-3ead80d46a09" providerId="ADAL" clId="{CB254D50-70D7-42A1-80E6-E8FD860A9ABC}" dt="2025-10-15T07:37:58.735" v="3845" actId="20577"/>
        <pc:sldMkLst>
          <pc:docMk/>
          <pc:sldMk cId="3373906735" sldId="258"/>
        </pc:sldMkLst>
        <pc:spChg chg="mod">
          <ac:chgData name="Adela Nedisan Videsjorden" userId="16205ae5-98c8-4080-bff7-3ead80d46a09" providerId="ADAL" clId="{CB254D50-70D7-42A1-80E6-E8FD860A9ABC}" dt="2025-10-15T04:57:28.659" v="3159"/>
          <ac:spMkLst>
            <pc:docMk/>
            <pc:sldMk cId="3373906735" sldId="258"/>
            <ac:spMk id="2" creationId="{A267B84F-B7CE-7767-FBFC-5A904DFDA3E4}"/>
          </ac:spMkLst>
        </pc:spChg>
        <pc:spChg chg="mod">
          <ac:chgData name="Adela Nedisan Videsjorden" userId="16205ae5-98c8-4080-bff7-3ead80d46a09" providerId="ADAL" clId="{CB254D50-70D7-42A1-80E6-E8FD860A9ABC}" dt="2025-10-15T07:37:58.735" v="3845" actId="20577"/>
          <ac:spMkLst>
            <pc:docMk/>
            <pc:sldMk cId="3373906735" sldId="258"/>
            <ac:spMk id="3" creationId="{775A1F99-AD78-BDD4-0893-8EDA4298F3D8}"/>
          </ac:spMkLst>
        </pc:spChg>
      </pc:sldChg>
      <pc:sldChg chg="delSp modSp del mod">
        <pc:chgData name="Adela Nedisan Videsjorden" userId="16205ae5-98c8-4080-bff7-3ead80d46a09" providerId="ADAL" clId="{CB254D50-70D7-42A1-80E6-E8FD860A9ABC}" dt="2025-10-15T07:38:17.084" v="3846" actId="2696"/>
        <pc:sldMkLst>
          <pc:docMk/>
          <pc:sldMk cId="3559493706" sldId="260"/>
        </pc:sldMkLst>
        <pc:spChg chg="mod">
          <ac:chgData name="Adela Nedisan Videsjorden" userId="16205ae5-98c8-4080-bff7-3ead80d46a09" providerId="ADAL" clId="{CB254D50-70D7-42A1-80E6-E8FD860A9ABC}" dt="2025-10-15T04:57:28.659" v="3159"/>
          <ac:spMkLst>
            <pc:docMk/>
            <pc:sldMk cId="3559493706" sldId="260"/>
            <ac:spMk id="2" creationId="{806DFB20-C5CB-19FF-B167-BF48384EFDFC}"/>
          </ac:spMkLst>
        </pc:spChg>
        <pc:spChg chg="mod">
          <ac:chgData name="Adela Nedisan Videsjorden" userId="16205ae5-98c8-4080-bff7-3ead80d46a09" providerId="ADAL" clId="{CB254D50-70D7-42A1-80E6-E8FD860A9ABC}" dt="2025-10-15T07:36:04.738" v="3788" actId="20577"/>
          <ac:spMkLst>
            <pc:docMk/>
            <pc:sldMk cId="3559493706" sldId="260"/>
            <ac:spMk id="3" creationId="{73311C9B-7B82-50BC-9C6E-6B334EFAF3CD}"/>
          </ac:spMkLst>
        </pc:spChg>
        <pc:spChg chg="del">
          <ac:chgData name="Adela Nedisan Videsjorden" userId="16205ae5-98c8-4080-bff7-3ead80d46a09" providerId="ADAL" clId="{CB254D50-70D7-42A1-80E6-E8FD860A9ABC}" dt="2025-10-15T04:07:07.275" v="28" actId="478"/>
          <ac:spMkLst>
            <pc:docMk/>
            <pc:sldMk cId="3559493706" sldId="260"/>
            <ac:spMk id="4" creationId="{73831B58-1F0D-8B79-F8DC-55647F14F10D}"/>
          </ac:spMkLst>
        </pc:spChg>
        <pc:spChg chg="del">
          <ac:chgData name="Adela Nedisan Videsjorden" userId="16205ae5-98c8-4080-bff7-3ead80d46a09" providerId="ADAL" clId="{CB254D50-70D7-42A1-80E6-E8FD860A9ABC}" dt="2025-10-15T04:07:05.765" v="27" actId="478"/>
          <ac:spMkLst>
            <pc:docMk/>
            <pc:sldMk cId="3559493706" sldId="260"/>
            <ac:spMk id="5" creationId="{FDFFCE57-7B5B-F6DC-4463-5C377AF1B187}"/>
          </ac:spMkLst>
        </pc:spChg>
      </pc:sldChg>
      <pc:sldChg chg="modSp add mod">
        <pc:chgData name="Adela Nedisan Videsjorden" userId="16205ae5-98c8-4080-bff7-3ead80d46a09" providerId="ADAL" clId="{CB254D50-70D7-42A1-80E6-E8FD860A9ABC}" dt="2025-10-15T07:38:31.785" v="3863" actId="20577"/>
        <pc:sldMkLst>
          <pc:docMk/>
          <pc:sldMk cId="1230631313" sldId="261"/>
        </pc:sldMkLst>
        <pc:spChg chg="mod">
          <ac:chgData name="Adela Nedisan Videsjorden" userId="16205ae5-98c8-4080-bff7-3ead80d46a09" providerId="ADAL" clId="{CB254D50-70D7-42A1-80E6-E8FD860A9ABC}" dt="2025-10-15T07:38:27.457" v="3861" actId="20577"/>
          <ac:spMkLst>
            <pc:docMk/>
            <pc:sldMk cId="1230631313" sldId="261"/>
            <ac:spMk id="2" creationId="{34B97BB2-595D-D812-47CB-ACA0B271F760}"/>
          </ac:spMkLst>
        </pc:spChg>
        <pc:spChg chg="mod">
          <ac:chgData name="Adela Nedisan Videsjorden" userId="16205ae5-98c8-4080-bff7-3ead80d46a09" providerId="ADAL" clId="{CB254D50-70D7-42A1-80E6-E8FD860A9ABC}" dt="2025-10-15T07:38:31.785" v="3863" actId="20577"/>
          <ac:spMkLst>
            <pc:docMk/>
            <pc:sldMk cId="1230631313" sldId="261"/>
            <ac:spMk id="3" creationId="{7B56B4C6-9322-EC07-AEB4-08E501F5A8DF}"/>
          </ac:spMkLst>
        </pc:spChg>
      </pc:sldChg>
      <pc:sldChg chg="addSp delSp modSp add mod">
        <pc:chgData name="Adela Nedisan Videsjorden" userId="16205ae5-98c8-4080-bff7-3ead80d46a09" providerId="ADAL" clId="{CB254D50-70D7-42A1-80E6-E8FD860A9ABC}" dt="2025-10-15T07:36:10.168" v="3798" actId="20577"/>
        <pc:sldMkLst>
          <pc:docMk/>
          <pc:sldMk cId="3519001183" sldId="262"/>
        </pc:sldMkLst>
        <pc:spChg chg="mod">
          <ac:chgData name="Adela Nedisan Videsjorden" userId="16205ae5-98c8-4080-bff7-3ead80d46a09" providerId="ADAL" clId="{CB254D50-70D7-42A1-80E6-E8FD860A9ABC}" dt="2025-10-15T07:36:10.168" v="3798" actId="20577"/>
          <ac:spMkLst>
            <pc:docMk/>
            <pc:sldMk cId="3519001183" sldId="262"/>
            <ac:spMk id="2" creationId="{99B3045E-1FDC-3C69-8C64-9AC17A8FF679}"/>
          </ac:spMkLst>
        </pc:spChg>
        <pc:spChg chg="del">
          <ac:chgData name="Adela Nedisan Videsjorden" userId="16205ae5-98c8-4080-bff7-3ead80d46a09" providerId="ADAL" clId="{CB254D50-70D7-42A1-80E6-E8FD860A9ABC}" dt="2025-10-15T04:10:13.433" v="148" actId="478"/>
          <ac:spMkLst>
            <pc:docMk/>
            <pc:sldMk cId="3519001183" sldId="262"/>
            <ac:spMk id="3" creationId="{C3990E88-0CA6-3C22-1B6E-EB0F7C6D45C2}"/>
          </ac:spMkLst>
        </pc:spChg>
        <pc:spChg chg="add mod">
          <ac:chgData name="Adela Nedisan Videsjorden" userId="16205ae5-98c8-4080-bff7-3ead80d46a09" providerId="ADAL" clId="{CB254D50-70D7-42A1-80E6-E8FD860A9ABC}" dt="2025-10-15T04:12:55.495" v="219" actId="115"/>
          <ac:spMkLst>
            <pc:docMk/>
            <pc:sldMk cId="3519001183" sldId="262"/>
            <ac:spMk id="5" creationId="{C4313049-B6AD-97F8-D483-FE216CC3F405}"/>
          </ac:spMkLst>
        </pc:spChg>
      </pc:sldChg>
      <pc:sldChg chg="addSp delSp modSp add mod">
        <pc:chgData name="Adela Nedisan Videsjorden" userId="16205ae5-98c8-4080-bff7-3ead80d46a09" providerId="ADAL" clId="{CB254D50-70D7-42A1-80E6-E8FD860A9ABC}" dt="2025-10-15T07:36:14.627" v="3808" actId="20577"/>
        <pc:sldMkLst>
          <pc:docMk/>
          <pc:sldMk cId="830137114" sldId="263"/>
        </pc:sldMkLst>
        <pc:spChg chg="mod">
          <ac:chgData name="Adela Nedisan Videsjorden" userId="16205ae5-98c8-4080-bff7-3ead80d46a09" providerId="ADAL" clId="{CB254D50-70D7-42A1-80E6-E8FD860A9ABC}" dt="2025-10-15T07:36:14.627" v="3808" actId="20577"/>
          <ac:spMkLst>
            <pc:docMk/>
            <pc:sldMk cId="830137114" sldId="263"/>
            <ac:spMk id="2" creationId="{296D1E1B-1F80-7416-68CB-2EDE83CF9448}"/>
          </ac:spMkLst>
        </pc:spChg>
        <pc:spChg chg="add del mod">
          <ac:chgData name="Adela Nedisan Videsjorden" userId="16205ae5-98c8-4080-bff7-3ead80d46a09" providerId="ADAL" clId="{CB254D50-70D7-42A1-80E6-E8FD860A9ABC}" dt="2025-10-15T04:13:25.735" v="223" actId="478"/>
          <ac:spMkLst>
            <pc:docMk/>
            <pc:sldMk cId="830137114" sldId="263"/>
            <ac:spMk id="4" creationId="{28879449-EAE1-561E-F5EE-87ECEA12E412}"/>
          </ac:spMkLst>
        </pc:spChg>
        <pc:spChg chg="del">
          <ac:chgData name="Adela Nedisan Videsjorden" userId="16205ae5-98c8-4080-bff7-3ead80d46a09" providerId="ADAL" clId="{CB254D50-70D7-42A1-80E6-E8FD860A9ABC}" dt="2025-10-15T04:13:10.321" v="221" actId="478"/>
          <ac:spMkLst>
            <pc:docMk/>
            <pc:sldMk cId="830137114" sldId="263"/>
            <ac:spMk id="5" creationId="{15FF1168-A687-724B-1411-5E4CA4BEDF87}"/>
          </ac:spMkLst>
        </pc:spChg>
        <pc:spChg chg="add del mod">
          <ac:chgData name="Adela Nedisan Videsjorden" userId="16205ae5-98c8-4080-bff7-3ead80d46a09" providerId="ADAL" clId="{CB254D50-70D7-42A1-80E6-E8FD860A9ABC}" dt="2025-10-15T04:13:27.750" v="224" actId="478"/>
          <ac:spMkLst>
            <pc:docMk/>
            <pc:sldMk cId="830137114" sldId="263"/>
            <ac:spMk id="7" creationId="{05BD8801-D2F6-2961-71BD-133FF5655662}"/>
          </ac:spMkLst>
        </pc:spChg>
        <pc:spChg chg="add mod">
          <ac:chgData name="Adela Nedisan Videsjorden" userId="16205ae5-98c8-4080-bff7-3ead80d46a09" providerId="ADAL" clId="{CB254D50-70D7-42A1-80E6-E8FD860A9ABC}" dt="2025-10-15T04:16:06.828" v="360" actId="1076"/>
          <ac:spMkLst>
            <pc:docMk/>
            <pc:sldMk cId="830137114" sldId="263"/>
            <ac:spMk id="12" creationId="{F346D95D-CACC-9C14-7935-13C2B7C165BD}"/>
          </ac:spMkLst>
        </pc:spChg>
        <pc:spChg chg="add mod">
          <ac:chgData name="Adela Nedisan Videsjorden" userId="16205ae5-98c8-4080-bff7-3ead80d46a09" providerId="ADAL" clId="{CB254D50-70D7-42A1-80E6-E8FD860A9ABC}" dt="2025-10-15T04:16:11.679" v="361" actId="1076"/>
          <ac:spMkLst>
            <pc:docMk/>
            <pc:sldMk cId="830137114" sldId="263"/>
            <ac:spMk id="13" creationId="{BB78C7D5-B9AD-3F5A-65C0-67E2F566BE34}"/>
          </ac:spMkLst>
        </pc:spChg>
        <pc:spChg chg="add del mod">
          <ac:chgData name="Adela Nedisan Videsjorden" userId="16205ae5-98c8-4080-bff7-3ead80d46a09" providerId="ADAL" clId="{CB254D50-70D7-42A1-80E6-E8FD860A9ABC}" dt="2025-10-15T04:16:49.828" v="395" actId="478"/>
          <ac:spMkLst>
            <pc:docMk/>
            <pc:sldMk cId="830137114" sldId="263"/>
            <ac:spMk id="14" creationId="{D78955C1-B068-6352-B879-011DFB7140A3}"/>
          </ac:spMkLst>
        </pc:spChg>
        <pc:picChg chg="add mod">
          <ac:chgData name="Adela Nedisan Videsjorden" userId="16205ae5-98c8-4080-bff7-3ead80d46a09" providerId="ADAL" clId="{CB254D50-70D7-42A1-80E6-E8FD860A9ABC}" dt="2025-10-15T04:14:08.711" v="231" actId="1076"/>
          <ac:picMkLst>
            <pc:docMk/>
            <pc:sldMk cId="830137114" sldId="263"/>
            <ac:picMk id="9" creationId="{67F6D59F-E01D-2244-7153-3115DB82C644}"/>
          </ac:picMkLst>
        </pc:picChg>
        <pc:picChg chg="add mod">
          <ac:chgData name="Adela Nedisan Videsjorden" userId="16205ae5-98c8-4080-bff7-3ead80d46a09" providerId="ADAL" clId="{CB254D50-70D7-42A1-80E6-E8FD860A9ABC}" dt="2025-10-15T04:14:19.877" v="236" actId="1076"/>
          <ac:picMkLst>
            <pc:docMk/>
            <pc:sldMk cId="830137114" sldId="263"/>
            <ac:picMk id="11" creationId="{40B7E609-1D4C-39B8-B961-2361B80B1A03}"/>
          </ac:picMkLst>
        </pc:picChg>
      </pc:sldChg>
      <pc:sldChg chg="modSp add mod">
        <pc:chgData name="Adela Nedisan Videsjorden" userId="16205ae5-98c8-4080-bff7-3ead80d46a09" providerId="ADAL" clId="{CB254D50-70D7-42A1-80E6-E8FD860A9ABC}" dt="2025-10-15T07:36:19.316" v="3818" actId="20577"/>
        <pc:sldMkLst>
          <pc:docMk/>
          <pc:sldMk cId="2381808421" sldId="264"/>
        </pc:sldMkLst>
        <pc:spChg chg="mod">
          <ac:chgData name="Adela Nedisan Videsjorden" userId="16205ae5-98c8-4080-bff7-3ead80d46a09" providerId="ADAL" clId="{CB254D50-70D7-42A1-80E6-E8FD860A9ABC}" dt="2025-10-15T07:36:19.316" v="3818" actId="20577"/>
          <ac:spMkLst>
            <pc:docMk/>
            <pc:sldMk cId="2381808421" sldId="264"/>
            <ac:spMk id="2" creationId="{58216FC4-1449-73CD-DA31-D8EE0A638F04}"/>
          </ac:spMkLst>
        </pc:spChg>
        <pc:spChg chg="mod">
          <ac:chgData name="Adela Nedisan Videsjorden" userId="16205ae5-98c8-4080-bff7-3ead80d46a09" providerId="ADAL" clId="{CB254D50-70D7-42A1-80E6-E8FD860A9ABC}" dt="2025-10-15T04:17:41.177" v="408" actId="1076"/>
          <ac:spMkLst>
            <pc:docMk/>
            <pc:sldMk cId="2381808421" sldId="264"/>
            <ac:spMk id="14" creationId="{E958EECE-C9AE-614C-C5BA-520674EB46AC}"/>
          </ac:spMkLst>
        </pc:spChg>
      </pc:sldChg>
      <pc:sldChg chg="addSp delSp modSp add mod">
        <pc:chgData name="Adela Nedisan Videsjorden" userId="16205ae5-98c8-4080-bff7-3ead80d46a09" providerId="ADAL" clId="{CB254D50-70D7-42A1-80E6-E8FD860A9ABC}" dt="2025-10-15T04:57:28.659" v="3159"/>
        <pc:sldMkLst>
          <pc:docMk/>
          <pc:sldMk cId="3435594461" sldId="265"/>
        </pc:sldMkLst>
        <pc:spChg chg="mod">
          <ac:chgData name="Adela Nedisan Videsjorden" userId="16205ae5-98c8-4080-bff7-3ead80d46a09" providerId="ADAL" clId="{CB254D50-70D7-42A1-80E6-E8FD860A9ABC}" dt="2025-10-15T04:57:28.659" v="3159"/>
          <ac:spMkLst>
            <pc:docMk/>
            <pc:sldMk cId="3435594461" sldId="265"/>
            <ac:spMk id="2" creationId="{99B00596-AECD-E80B-AE13-9F87AE95412F}"/>
          </ac:spMkLst>
        </pc:spChg>
        <pc:spChg chg="add mod">
          <ac:chgData name="Adela Nedisan Videsjorden" userId="16205ae5-98c8-4080-bff7-3ead80d46a09" providerId="ADAL" clId="{CB254D50-70D7-42A1-80E6-E8FD860A9ABC}" dt="2025-10-15T04:21:04.836" v="766" actId="20577"/>
          <ac:spMkLst>
            <pc:docMk/>
            <pc:sldMk cId="3435594461" sldId="265"/>
            <ac:spMk id="3" creationId="{DD688EE6-22E0-701D-55EB-DF2C06802881}"/>
          </ac:spMkLst>
        </pc:spChg>
        <pc:spChg chg="del">
          <ac:chgData name="Adela Nedisan Videsjorden" userId="16205ae5-98c8-4080-bff7-3ead80d46a09" providerId="ADAL" clId="{CB254D50-70D7-42A1-80E6-E8FD860A9ABC}" dt="2025-10-15T04:17:57.949" v="412" actId="478"/>
          <ac:spMkLst>
            <pc:docMk/>
            <pc:sldMk cId="3435594461" sldId="265"/>
            <ac:spMk id="12" creationId="{3C802847-816F-745B-9621-CEDFBEBFC8B0}"/>
          </ac:spMkLst>
        </pc:spChg>
        <pc:spChg chg="del">
          <ac:chgData name="Adela Nedisan Videsjorden" userId="16205ae5-98c8-4080-bff7-3ead80d46a09" providerId="ADAL" clId="{CB254D50-70D7-42A1-80E6-E8FD860A9ABC}" dt="2025-10-15T04:18:02.230" v="413" actId="478"/>
          <ac:spMkLst>
            <pc:docMk/>
            <pc:sldMk cId="3435594461" sldId="265"/>
            <ac:spMk id="13" creationId="{185288F0-8F3C-2ADC-8772-634C0C079D28}"/>
          </ac:spMkLst>
        </pc:spChg>
        <pc:spChg chg="del">
          <ac:chgData name="Adela Nedisan Videsjorden" userId="16205ae5-98c8-4080-bff7-3ead80d46a09" providerId="ADAL" clId="{CB254D50-70D7-42A1-80E6-E8FD860A9ABC}" dt="2025-10-15T04:17:55.600" v="411" actId="478"/>
          <ac:spMkLst>
            <pc:docMk/>
            <pc:sldMk cId="3435594461" sldId="265"/>
            <ac:spMk id="14" creationId="{B9886991-3648-526C-29BE-00FB880D8AF1}"/>
          </ac:spMkLst>
        </pc:spChg>
        <pc:picChg chg="del">
          <ac:chgData name="Adela Nedisan Videsjorden" userId="16205ae5-98c8-4080-bff7-3ead80d46a09" providerId="ADAL" clId="{CB254D50-70D7-42A1-80E6-E8FD860A9ABC}" dt="2025-10-15T04:17:51.526" v="409" actId="478"/>
          <ac:picMkLst>
            <pc:docMk/>
            <pc:sldMk cId="3435594461" sldId="265"/>
            <ac:picMk id="9" creationId="{BBD01997-A34F-D67E-04B2-111B97B7755C}"/>
          </ac:picMkLst>
        </pc:picChg>
        <pc:picChg chg="del">
          <ac:chgData name="Adela Nedisan Videsjorden" userId="16205ae5-98c8-4080-bff7-3ead80d46a09" providerId="ADAL" clId="{CB254D50-70D7-42A1-80E6-E8FD860A9ABC}" dt="2025-10-15T04:17:52.735" v="410" actId="478"/>
          <ac:picMkLst>
            <pc:docMk/>
            <pc:sldMk cId="3435594461" sldId="265"/>
            <ac:picMk id="11" creationId="{80AA9BDC-914C-751C-3051-75CB785AF06F}"/>
          </ac:picMkLst>
        </pc:picChg>
      </pc:sldChg>
      <pc:sldChg chg="addSp delSp modSp add mod">
        <pc:chgData name="Adela Nedisan Videsjorden" userId="16205ae5-98c8-4080-bff7-3ead80d46a09" providerId="ADAL" clId="{CB254D50-70D7-42A1-80E6-E8FD860A9ABC}" dt="2025-10-15T07:14:18.845" v="3686" actId="1076"/>
        <pc:sldMkLst>
          <pc:docMk/>
          <pc:sldMk cId="3686194882" sldId="266"/>
        </pc:sldMkLst>
        <pc:spChg chg="mod">
          <ac:chgData name="Adela Nedisan Videsjorden" userId="16205ae5-98c8-4080-bff7-3ead80d46a09" providerId="ADAL" clId="{CB254D50-70D7-42A1-80E6-E8FD860A9ABC}" dt="2025-10-15T04:34:30.498" v="918" actId="1076"/>
          <ac:spMkLst>
            <pc:docMk/>
            <pc:sldMk cId="3686194882" sldId="266"/>
            <ac:spMk id="2" creationId="{288F3ABB-8E15-D44C-A7AA-77C0C3B27628}"/>
          </ac:spMkLst>
        </pc:spChg>
        <pc:spChg chg="del mod">
          <ac:chgData name="Adela Nedisan Videsjorden" userId="16205ae5-98c8-4080-bff7-3ead80d46a09" providerId="ADAL" clId="{CB254D50-70D7-42A1-80E6-E8FD860A9ABC}" dt="2025-10-15T04:22:06.376" v="785"/>
          <ac:spMkLst>
            <pc:docMk/>
            <pc:sldMk cId="3686194882" sldId="266"/>
            <ac:spMk id="3" creationId="{D4F7E93D-BF0F-C2D9-5720-841B45B844E6}"/>
          </ac:spMkLst>
        </pc:spChg>
        <pc:spChg chg="add del mod">
          <ac:chgData name="Adela Nedisan Videsjorden" userId="16205ae5-98c8-4080-bff7-3ead80d46a09" providerId="ADAL" clId="{CB254D50-70D7-42A1-80E6-E8FD860A9ABC}" dt="2025-10-15T04:34:51.826" v="921" actId="478"/>
          <ac:spMkLst>
            <pc:docMk/>
            <pc:sldMk cId="3686194882" sldId="266"/>
            <ac:spMk id="4" creationId="{8307DB8F-E0EC-FCC2-F1D6-64DD2294D8DA}"/>
          </ac:spMkLst>
        </pc:spChg>
        <pc:spChg chg="add mod">
          <ac:chgData name="Adela Nedisan Videsjorden" userId="16205ae5-98c8-4080-bff7-3ead80d46a09" providerId="ADAL" clId="{CB254D50-70D7-42A1-80E6-E8FD860A9ABC}" dt="2025-10-15T04:29:51.113" v="857" actId="20577"/>
          <ac:spMkLst>
            <pc:docMk/>
            <pc:sldMk cId="3686194882" sldId="266"/>
            <ac:spMk id="5" creationId="{69396315-6ACA-B8DE-6C04-97E290E0CCDF}"/>
          </ac:spMkLst>
        </pc:spChg>
        <pc:spChg chg="add mod">
          <ac:chgData name="Adela Nedisan Videsjorden" userId="16205ae5-98c8-4080-bff7-3ead80d46a09" providerId="ADAL" clId="{CB254D50-70D7-42A1-80E6-E8FD860A9ABC}" dt="2025-10-15T04:29:45.941" v="856"/>
          <ac:spMkLst>
            <pc:docMk/>
            <pc:sldMk cId="3686194882" sldId="266"/>
            <ac:spMk id="6" creationId="{7DA1281F-3CCB-5382-7EE1-C583E9276A9E}"/>
          </ac:spMkLst>
        </pc:spChg>
        <pc:spChg chg="add del mod">
          <ac:chgData name="Adela Nedisan Videsjorden" userId="16205ae5-98c8-4080-bff7-3ead80d46a09" providerId="ADAL" clId="{CB254D50-70D7-42A1-80E6-E8FD860A9ABC}" dt="2025-10-15T04:34:55.410" v="923" actId="478"/>
          <ac:spMkLst>
            <pc:docMk/>
            <pc:sldMk cId="3686194882" sldId="266"/>
            <ac:spMk id="8" creationId="{48E07507-A08E-1CFE-038A-E7C0516ED04F}"/>
          </ac:spMkLst>
        </pc:spChg>
        <pc:picChg chg="add mod">
          <ac:chgData name="Adela Nedisan Videsjorden" userId="16205ae5-98c8-4080-bff7-3ead80d46a09" providerId="ADAL" clId="{CB254D50-70D7-42A1-80E6-E8FD860A9ABC}" dt="2025-10-15T07:14:18.845" v="3686" actId="1076"/>
          <ac:picMkLst>
            <pc:docMk/>
            <pc:sldMk cId="3686194882" sldId="266"/>
            <ac:picMk id="4" creationId="{9B02A64E-C8F6-8591-F845-4F90EB260128}"/>
          </ac:picMkLst>
        </pc:picChg>
      </pc:sldChg>
      <pc:sldChg chg="add">
        <pc:chgData name="Adela Nedisan Videsjorden" userId="16205ae5-98c8-4080-bff7-3ead80d46a09" providerId="ADAL" clId="{CB254D50-70D7-42A1-80E6-E8FD860A9ABC}" dt="2025-10-15T04:34:45.294" v="920" actId="2890"/>
        <pc:sldMkLst>
          <pc:docMk/>
          <pc:sldMk cId="3451000195" sldId="267"/>
        </pc:sldMkLst>
      </pc:sldChg>
      <pc:sldChg chg="modSp add mod">
        <pc:chgData name="Adela Nedisan Videsjorden" userId="16205ae5-98c8-4080-bff7-3ead80d46a09" providerId="ADAL" clId="{CB254D50-70D7-42A1-80E6-E8FD860A9ABC}" dt="2025-10-15T07:19:04.562" v="3722" actId="20577"/>
        <pc:sldMkLst>
          <pc:docMk/>
          <pc:sldMk cId="1198931030" sldId="268"/>
        </pc:sldMkLst>
        <pc:spChg chg="mod">
          <ac:chgData name="Adela Nedisan Videsjorden" userId="16205ae5-98c8-4080-bff7-3ead80d46a09" providerId="ADAL" clId="{CB254D50-70D7-42A1-80E6-E8FD860A9ABC}" dt="2025-10-15T04:57:28.659" v="3159"/>
          <ac:spMkLst>
            <pc:docMk/>
            <pc:sldMk cId="1198931030" sldId="268"/>
            <ac:spMk id="2" creationId="{33068F23-E808-B8CF-CD40-6BC1D975311B}"/>
          </ac:spMkLst>
        </pc:spChg>
        <pc:spChg chg="mod">
          <ac:chgData name="Adela Nedisan Videsjorden" userId="16205ae5-98c8-4080-bff7-3ead80d46a09" providerId="ADAL" clId="{CB254D50-70D7-42A1-80E6-E8FD860A9ABC}" dt="2025-10-15T07:19:04.562" v="3722" actId="20577"/>
          <ac:spMkLst>
            <pc:docMk/>
            <pc:sldMk cId="1198931030" sldId="268"/>
            <ac:spMk id="3" creationId="{70FE6DB0-E23E-7805-391A-66293396DD31}"/>
          </ac:spMkLst>
        </pc:spChg>
      </pc:sldChg>
      <pc:sldChg chg="modSp add mod ord">
        <pc:chgData name="Adela Nedisan Videsjorden" userId="16205ae5-98c8-4080-bff7-3ead80d46a09" providerId="ADAL" clId="{CB254D50-70D7-42A1-80E6-E8FD860A9ABC}" dt="2025-10-15T05:05:07.304" v="3575" actId="20577"/>
        <pc:sldMkLst>
          <pc:docMk/>
          <pc:sldMk cId="1762233370" sldId="269"/>
        </pc:sldMkLst>
        <pc:spChg chg="mod">
          <ac:chgData name="Adela Nedisan Videsjorden" userId="16205ae5-98c8-4080-bff7-3ead80d46a09" providerId="ADAL" clId="{CB254D50-70D7-42A1-80E6-E8FD860A9ABC}" dt="2025-10-15T04:57:28.659" v="3159"/>
          <ac:spMkLst>
            <pc:docMk/>
            <pc:sldMk cId="1762233370" sldId="269"/>
            <ac:spMk id="2" creationId="{E6D61FA3-723B-AF54-D5E2-3AFF95C25FC2}"/>
          </ac:spMkLst>
        </pc:spChg>
        <pc:spChg chg="mod">
          <ac:chgData name="Adela Nedisan Videsjorden" userId="16205ae5-98c8-4080-bff7-3ead80d46a09" providerId="ADAL" clId="{CB254D50-70D7-42A1-80E6-E8FD860A9ABC}" dt="2025-10-15T05:05:07.304" v="3575" actId="20577"/>
          <ac:spMkLst>
            <pc:docMk/>
            <pc:sldMk cId="1762233370" sldId="269"/>
            <ac:spMk id="3" creationId="{35904B02-32A4-530D-9F47-B2F2A1FC62B0}"/>
          </ac:spMkLst>
        </pc:spChg>
      </pc:sldChg>
      <pc:sldChg chg="addSp delSp modSp add mod">
        <pc:chgData name="Adela Nedisan Videsjorden" userId="16205ae5-98c8-4080-bff7-3ead80d46a09" providerId="ADAL" clId="{CB254D50-70D7-42A1-80E6-E8FD860A9ABC}" dt="2025-10-15T05:04:55.026" v="3572" actId="27636"/>
        <pc:sldMkLst>
          <pc:docMk/>
          <pc:sldMk cId="1971890539" sldId="270"/>
        </pc:sldMkLst>
        <pc:spChg chg="del mod">
          <ac:chgData name="Adela Nedisan Videsjorden" userId="16205ae5-98c8-4080-bff7-3ead80d46a09" providerId="ADAL" clId="{CB254D50-70D7-42A1-80E6-E8FD860A9ABC}" dt="2025-10-15T05:03:59.160" v="3536" actId="478"/>
          <ac:spMkLst>
            <pc:docMk/>
            <pc:sldMk cId="1971890539" sldId="270"/>
            <ac:spMk id="2" creationId="{0FDE77A8-D47A-5D8A-2B43-29EB0C077F7C}"/>
          </ac:spMkLst>
        </pc:spChg>
        <pc:spChg chg="del mod">
          <ac:chgData name="Adela Nedisan Videsjorden" userId="16205ae5-98c8-4080-bff7-3ead80d46a09" providerId="ADAL" clId="{CB254D50-70D7-42A1-80E6-E8FD860A9ABC}" dt="2025-10-15T05:02:00.877" v="3351" actId="478"/>
          <ac:spMkLst>
            <pc:docMk/>
            <pc:sldMk cId="1971890539" sldId="270"/>
            <ac:spMk id="3" creationId="{71D19E15-6C08-1C41-A30E-3632210F786A}"/>
          </ac:spMkLst>
        </pc:spChg>
        <pc:spChg chg="add mod">
          <ac:chgData name="Adela Nedisan Videsjorden" userId="16205ae5-98c8-4080-bff7-3ead80d46a09" providerId="ADAL" clId="{CB254D50-70D7-42A1-80E6-E8FD860A9ABC}" dt="2025-10-15T05:04:55.026" v="3572" actId="27636"/>
          <ac:spMkLst>
            <pc:docMk/>
            <pc:sldMk cId="1971890539" sldId="270"/>
            <ac:spMk id="5" creationId="{B2EB0FAA-183A-25B8-6308-084777D95B46}"/>
          </ac:spMkLst>
        </pc:spChg>
      </pc:sldChg>
      <pc:sldChg chg="addSp delSp modSp add mod setBg">
        <pc:chgData name="Adela Nedisan Videsjorden" userId="16205ae5-98c8-4080-bff7-3ead80d46a09" providerId="ADAL" clId="{CB254D50-70D7-42A1-80E6-E8FD860A9ABC}" dt="2025-10-15T07:35:01.064" v="3776" actId="113"/>
        <pc:sldMkLst>
          <pc:docMk/>
          <pc:sldMk cId="3062124621" sldId="271"/>
        </pc:sldMkLst>
        <pc:spChg chg="mod">
          <ac:chgData name="Adela Nedisan Videsjorden" userId="16205ae5-98c8-4080-bff7-3ead80d46a09" providerId="ADAL" clId="{CB254D50-70D7-42A1-80E6-E8FD860A9ABC}" dt="2025-10-15T07:34:54.377" v="3767" actId="113"/>
          <ac:spMkLst>
            <pc:docMk/>
            <pc:sldMk cId="3062124621" sldId="271"/>
            <ac:spMk id="2" creationId="{FEF21048-E361-75A2-F9E8-8BDB25F02485}"/>
          </ac:spMkLst>
        </pc:spChg>
        <pc:spChg chg="del">
          <ac:chgData name="Adela Nedisan Videsjorden" userId="16205ae5-98c8-4080-bff7-3ead80d46a09" providerId="ADAL" clId="{CB254D50-70D7-42A1-80E6-E8FD860A9ABC}" dt="2025-10-15T07:06:51.628" v="3613" actId="478"/>
          <ac:spMkLst>
            <pc:docMk/>
            <pc:sldMk cId="3062124621" sldId="271"/>
            <ac:spMk id="3" creationId="{1FC6D0A6-7C32-60B6-2AF0-0A1FA7BF3994}"/>
          </ac:spMkLst>
        </pc:spChg>
        <pc:spChg chg="add del mod">
          <ac:chgData name="Adela Nedisan Videsjorden" userId="16205ae5-98c8-4080-bff7-3ead80d46a09" providerId="ADAL" clId="{CB254D50-70D7-42A1-80E6-E8FD860A9ABC}" dt="2025-10-15T07:07:06.090" v="3614"/>
          <ac:spMkLst>
            <pc:docMk/>
            <pc:sldMk cId="3062124621" sldId="271"/>
            <ac:spMk id="5" creationId="{8F1E9F0F-BADF-08C0-26B7-F8729744BF63}"/>
          </ac:spMkLst>
        </pc:spChg>
        <pc:spChg chg="add mod">
          <ac:chgData name="Adela Nedisan Videsjorden" userId="16205ae5-98c8-4080-bff7-3ead80d46a09" providerId="ADAL" clId="{CB254D50-70D7-42A1-80E6-E8FD860A9ABC}" dt="2025-10-15T07:35:01.064" v="3776" actId="113"/>
          <ac:spMkLst>
            <pc:docMk/>
            <pc:sldMk cId="3062124621" sldId="271"/>
            <ac:spMk id="8" creationId="{BA58588A-3E05-9D00-1221-802555612833}"/>
          </ac:spMkLst>
        </pc:spChg>
        <pc:spChg chg="add del">
          <ac:chgData name="Adela Nedisan Videsjorden" userId="16205ae5-98c8-4080-bff7-3ead80d46a09" providerId="ADAL" clId="{CB254D50-70D7-42A1-80E6-E8FD860A9ABC}" dt="2025-10-15T07:07:09.713" v="3618" actId="26606"/>
          <ac:spMkLst>
            <pc:docMk/>
            <pc:sldMk cId="3062124621" sldId="271"/>
            <ac:spMk id="11" creationId="{1BE0FD2A-6FBD-55F3-25C9-9D88199F9EDB}"/>
          </ac:spMkLst>
        </pc:spChg>
        <pc:spChg chg="add del">
          <ac:chgData name="Adela Nedisan Videsjorden" userId="16205ae5-98c8-4080-bff7-3ead80d46a09" providerId="ADAL" clId="{CB254D50-70D7-42A1-80E6-E8FD860A9ABC}" dt="2025-10-15T07:07:09.713" v="3618" actId="26606"/>
          <ac:spMkLst>
            <pc:docMk/>
            <pc:sldMk cId="3062124621" sldId="271"/>
            <ac:spMk id="14" creationId="{32AEEBC8-9D30-42EF-95F2-386C2653FBF0}"/>
          </ac:spMkLst>
        </pc:spChg>
        <pc:spChg chg="add del">
          <ac:chgData name="Adela Nedisan Videsjorden" userId="16205ae5-98c8-4080-bff7-3ead80d46a09" providerId="ADAL" clId="{CB254D50-70D7-42A1-80E6-E8FD860A9ABC}" dt="2025-10-15T07:07:09.713" v="3618" actId="26606"/>
          <ac:spMkLst>
            <pc:docMk/>
            <pc:sldMk cId="3062124621" sldId="271"/>
            <ac:spMk id="16" creationId="{3529E97A-97C3-40EA-8A04-5C02398D568F}"/>
          </ac:spMkLst>
        </pc:spChg>
        <pc:spChg chg="add del">
          <ac:chgData name="Adela Nedisan Videsjorden" userId="16205ae5-98c8-4080-bff7-3ead80d46a09" providerId="ADAL" clId="{CB254D50-70D7-42A1-80E6-E8FD860A9ABC}" dt="2025-10-15T07:07:09.713" v="3618" actId="26606"/>
          <ac:spMkLst>
            <pc:docMk/>
            <pc:sldMk cId="3062124621" sldId="271"/>
            <ac:spMk id="18" creationId="{59FA8C2E-A5A7-4490-927A-7CD58343EDBB}"/>
          </ac:spMkLst>
        </pc:spChg>
        <pc:picChg chg="add mod">
          <ac:chgData name="Adela Nedisan Videsjorden" userId="16205ae5-98c8-4080-bff7-3ead80d46a09" providerId="ADAL" clId="{CB254D50-70D7-42A1-80E6-E8FD860A9ABC}" dt="2025-10-15T07:23:51.944" v="3724" actId="14861"/>
          <ac:picMkLst>
            <pc:docMk/>
            <pc:sldMk cId="3062124621" sldId="271"/>
            <ac:picMk id="7" creationId="{03A7A828-B834-F418-FFD6-22E86B287E47}"/>
          </ac:picMkLst>
        </pc:picChg>
        <pc:picChg chg="add mod">
          <ac:chgData name="Adela Nedisan Videsjorden" userId="16205ae5-98c8-4080-bff7-3ead80d46a09" providerId="ADAL" clId="{CB254D50-70D7-42A1-80E6-E8FD860A9ABC}" dt="2025-10-15T07:24:15.551" v="3726" actId="14861"/>
          <ac:picMkLst>
            <pc:docMk/>
            <pc:sldMk cId="3062124621" sldId="271"/>
            <ac:picMk id="10" creationId="{CC517768-C298-3290-D44E-EC7250A0384E}"/>
          </ac:picMkLst>
        </pc:picChg>
      </pc:sldChg>
      <pc:sldChg chg="del">
        <pc:chgData name="Adela Nedisan Videsjorden" userId="16205ae5-98c8-4080-bff7-3ead80d46a09" providerId="ADAL" clId="{CB254D50-70D7-42A1-80E6-E8FD860A9ABC}" dt="2025-10-15T07:16:18.848" v="3687" actId="2696"/>
        <pc:sldMkLst>
          <pc:docMk/>
          <pc:sldMk cId="2461978777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1B8A-1CEE-4F5A-8EE9-756D353F3DBE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06352-E723-4D3D-B00F-048F1669AF7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8466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06352-E723-4D3D-B00F-048F1669AF71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7086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CA30-E207-E2E1-EEE5-F3ADF888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E7506-0CEE-523E-C007-3E9F84BF9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F9C373-EA94-80A0-551C-226CCDF49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1329C-C489-9574-782C-234DDB6B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06352-E723-4D3D-B00F-048F1669AF71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55885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06352-E723-4D3D-B00F-048F1669AF71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9995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30C9-6BD2-86BD-08E3-B2EC43C0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7235E-87B9-CD3B-E10F-C5D823AA3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E8C79-8138-5B53-9C29-A4AC061C1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C2779-6CE4-9E0F-96A7-59115F7BCA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706352-E723-4D3D-B00F-048F1669AF71}" type="slidenum">
              <a:rPr lang="nb-NO" smtClean="0"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5957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DFC3-37BD-5E41-2EE4-E154739CA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D9C5B-74A6-2D4F-5D86-3EE5C8F2E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8CDB4-541B-54A0-AB87-276927AA3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56CAB-AD92-BFBD-E4B3-D04CC6C8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981B5-823B-E9AB-4180-B1CD3E5F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36468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FBED7-DA62-3FF3-3752-2DC15657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F003B-00E5-8157-60E4-577A5DD2C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28364-97E6-2270-CBF8-A442E7B8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8B5D3-32CD-636E-21EF-C84FBBBB1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6AFD3-3521-3616-4A9C-F4E0ACA6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3693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3B20-6E19-8008-0584-22D9EEF7E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D219E-9720-5BBA-3785-B73B3BE8A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B29B9-D714-BE0E-D35D-84B330377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A28D0-B2C1-E0FC-4B67-1B505E9F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48907-8A65-410F-BAE3-E6EF6D9A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40564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36A9-A6AB-572E-3328-FD41CAF3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5C870-E185-9AEF-EF73-3B08C172B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7701B-C8F8-B42E-7A9C-8C7BB3D24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51930-93CF-0798-7B4E-80583AA7A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6E30E-2DC7-B800-D201-FA3029EE4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97012-BF66-36E7-E031-AFA145D1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2440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C46EF-C620-9B6C-3561-001C61E50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4E22A-C096-4D74-2405-319649397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B4E5-569A-DB7F-21F4-EC273DC39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25387F-4B9B-E319-FA47-E949FEFF2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06C89-1568-BB8C-3D79-E81A5E173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B75386-41A5-387F-DE6E-8E278F07B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8178E0-3D8C-1D04-CF43-20129B74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DCB51F-DB71-6E54-8A37-67DEFD36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4108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E6447-5613-D10F-35F0-6FFAB8F10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3A8BE-65CC-7185-4DFE-62EEA0012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E0CE8-14EE-37BD-C876-16C000CCC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6E498-60A5-62D9-D17B-3D11C2F5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10323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9E86AC-9DF1-1CCE-ECC3-CA68BF7A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F7A79-CFB0-2682-5432-1E3DC9757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44AEA-F07D-5A47-6B86-FE9B4F9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23379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7AEC-1D4E-3A60-4D2D-29D9E61C5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E08C9-6A7D-5C34-89C5-1B09F8A08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7B987-E12B-FD3A-A531-76048AF1A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96914-BF93-0F4B-7081-F6F62559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916F8-FA1A-BC0B-62C8-F45E2257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BD7EB-1610-7E55-A5FE-B21A4EDDB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841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F1C4-B2FB-313F-0AB1-9A1624C7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0C4BB-0E92-6A84-EC40-88DAA9A59B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85363-5AE1-499F-2C6F-43D8D3C3D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90785-ABA8-EC37-4268-075CF55A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9E6FA-64C1-A003-EA61-AC145460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F16A9-4D71-6A9B-52E1-545EDC8C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8451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1A4E2-31B4-5046-9B49-978EC146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03021-A8E4-0E85-86AB-7F3236AF1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69796-978F-99A2-B761-8175FED3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2FAB5-137B-952A-EAAD-1E67453A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69FBE-A7B4-7F81-A87E-F6549ABE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6777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D5CA6E-AEA7-CA70-EEAB-F4A8E00A0B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61343-99E5-A0BA-BB2F-41F14C90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4C1BD-6A1B-5DDD-6958-CE0F6AF0F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F48AA-FCB6-D485-94C3-8635BA27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EE4A7-E508-B19A-D909-DEFECFBE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69675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A339D6-5E40-ECC1-2865-80D64CB7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0D87D-1F6A-7E0F-EA2B-910055A38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D36A8-144E-62AB-E735-803E0E498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95DA09-43F3-4E83-B0CE-65E66947C6FF}" type="datetimeFigureOut">
              <a:rPr lang="nb-NO" smtClean="0"/>
              <a:t>15.10.2025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1E3BA-34A8-C80A-2E7D-4C9BAD3A4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438C5-6A40-3D8F-5BB1-3ADB5F2BE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33F94-61A5-41BC-9C4C-FA5FF4A4852A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9397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E4DA-7A9F-2760-51E8-52896C647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8165" y="457200"/>
            <a:ext cx="9144000" cy="2387600"/>
          </a:xfrm>
        </p:spPr>
        <p:txBody>
          <a:bodyPr/>
          <a:lstStyle/>
          <a:p>
            <a:r>
              <a:rPr lang="en-GB"/>
              <a:t>Department Gathering</a:t>
            </a:r>
            <a:br>
              <a:rPr lang="en-GB"/>
            </a:br>
            <a:r>
              <a:rPr lang="en-GB"/>
              <a:t>October 2025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DE831-F176-DFF0-C2B3-847BC2D71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785" y="3171039"/>
            <a:ext cx="11123802" cy="3229761"/>
          </a:xfrm>
        </p:spPr>
        <p:txBody>
          <a:bodyPr>
            <a:normAutofit fontScale="92500"/>
          </a:bodyPr>
          <a:lstStyle/>
          <a:p>
            <a:endParaRPr lang="en-GB"/>
          </a:p>
          <a:p>
            <a:r>
              <a:rPr lang="nb-NO" sz="4600" b="1" err="1"/>
              <a:t>Multi</a:t>
            </a:r>
            <a:r>
              <a:rPr lang="nb-NO" sz="4600" b="1"/>
              <a:t>-agent AI </a:t>
            </a:r>
            <a:r>
              <a:rPr lang="nb-NO" sz="4600" b="1" err="1"/>
              <a:t>with</a:t>
            </a:r>
            <a:r>
              <a:rPr lang="nb-NO" sz="4600" b="1"/>
              <a:t> Autogen for Digital </a:t>
            </a:r>
            <a:r>
              <a:rPr lang="nb-NO" sz="4600" b="1" err="1"/>
              <a:t>Twins</a:t>
            </a:r>
            <a:r>
              <a:rPr lang="nb-NO" sz="4600" b="1"/>
              <a:t>​</a:t>
            </a:r>
          </a:p>
          <a:p>
            <a:endParaRPr lang="en-GB" sz="4600" b="1"/>
          </a:p>
          <a:p>
            <a:r>
              <a:rPr lang="en-GB" sz="4000">
                <a:solidFill>
                  <a:schemeClr val="accent5">
                    <a:lumMod val="60000"/>
                    <a:lumOff val="40000"/>
                  </a:schemeClr>
                </a:solidFill>
              </a:rPr>
              <a:t>TEAM 4</a:t>
            </a:r>
            <a:r>
              <a:rPr lang="en-GB" sz="4000"/>
              <a:t>✨</a:t>
            </a:r>
          </a:p>
          <a:p>
            <a:r>
              <a:rPr lang="en-GB" sz="4000"/>
              <a:t>(Sagar, An, Arne, Jan Erik, Adela, Tor Arne )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995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AD05F-737D-FA00-04DA-849555DBB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7BB2-595D-D812-47CB-ACA0B271F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Workshop goals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6B4C6-9322-EC07-AEB4-08E501F5A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44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  <a:p>
            <a:pPr marL="514350" indent="-514350">
              <a:buAutoNum type="arabicParenR"/>
            </a:pPr>
            <a:r>
              <a:rPr lang="en-GB"/>
              <a:t>Build Smart Agents with </a:t>
            </a:r>
            <a:r>
              <a:rPr lang="en-GB" b="1" err="1"/>
              <a:t>AutoGen</a:t>
            </a:r>
            <a:r>
              <a:rPr lang="en-GB" b="1"/>
              <a:t> </a:t>
            </a:r>
            <a:r>
              <a:rPr lang="en-GB"/>
              <a:t>following </a:t>
            </a:r>
            <a:r>
              <a:rPr lang="en-GB" b="1"/>
              <a:t>Agentic Design Patterns</a:t>
            </a:r>
            <a:endParaRPr lang="en-GB"/>
          </a:p>
          <a:p>
            <a:pPr marL="514350" indent="-514350">
              <a:buAutoNum type="arabicParenR" startAt="2"/>
            </a:pPr>
            <a:r>
              <a:rPr lang="en-GB" b="1"/>
              <a:t>Multi-Agent Systems </a:t>
            </a:r>
            <a:r>
              <a:rPr lang="en-GB"/>
              <a:t>combined with by </a:t>
            </a:r>
            <a:r>
              <a:rPr lang="en-GB" b="1"/>
              <a:t>Knowledge Graphs</a:t>
            </a:r>
            <a:r>
              <a:rPr lang="en-GB"/>
              <a:t> and </a:t>
            </a:r>
            <a:r>
              <a:rPr lang="en-GB" b="1"/>
              <a:t>Heterogenous Databases</a:t>
            </a:r>
            <a:r>
              <a:rPr lang="en-GB"/>
              <a:t> for </a:t>
            </a:r>
            <a:r>
              <a:rPr lang="en-GB" b="1"/>
              <a:t>Increased Observability and Monitoring</a:t>
            </a:r>
          </a:p>
          <a:p>
            <a:pPr marL="514350" indent="-514350">
              <a:buAutoNum type="arabicParenR" startAt="2"/>
            </a:pPr>
            <a:r>
              <a:rPr lang="en-GB" b="1"/>
              <a:t>AI-based </a:t>
            </a:r>
            <a:r>
              <a:rPr lang="en-GB" b="1" err="1"/>
              <a:t>Assisstant</a:t>
            </a:r>
            <a:r>
              <a:rPr lang="en-GB"/>
              <a:t> for </a:t>
            </a:r>
            <a:r>
              <a:rPr lang="en-GB" b="1"/>
              <a:t>Cognitive Digital Twins</a:t>
            </a:r>
            <a:endParaRPr lang="en-GB"/>
          </a:p>
          <a:p>
            <a:endParaRPr lang="en-GB"/>
          </a:p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30631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C63CC-F1D5-A490-163F-12EA04A2A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21048-E361-75A2-F9E8-8BDB25F0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217" y="0"/>
            <a:ext cx="10515600" cy="1325563"/>
          </a:xfrm>
        </p:spPr>
        <p:txBody>
          <a:bodyPr/>
          <a:lstStyle/>
          <a:p>
            <a:r>
              <a:rPr lang="en-GB"/>
              <a:t>Built-in </a:t>
            </a:r>
            <a:r>
              <a:rPr lang="en-GB" b="1" err="1"/>
              <a:t>Autogen</a:t>
            </a:r>
            <a:r>
              <a:rPr lang="en-GB"/>
              <a:t> Agents</a:t>
            </a:r>
            <a:endParaRPr lang="nb-NO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A7A828-B834-F418-FFD6-22E86B287E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17" y="1129271"/>
            <a:ext cx="11767279" cy="2593643"/>
          </a:xfr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A58588A-3E05-9D00-1221-802555612833}"/>
              </a:ext>
            </a:extLst>
          </p:cNvPr>
          <p:cNvSpPr txBox="1">
            <a:spLocks/>
          </p:cNvSpPr>
          <p:nvPr/>
        </p:nvSpPr>
        <p:spPr>
          <a:xfrm>
            <a:off x="321217" y="35266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err="1"/>
              <a:t>Autogen</a:t>
            </a:r>
            <a:r>
              <a:rPr lang="en-GB"/>
              <a:t> Teams</a:t>
            </a:r>
            <a:endParaRPr lang="nb-NO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17768-C298-3290-D44E-EC7250A03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17" y="4653565"/>
            <a:ext cx="11549566" cy="1500450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062124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5D4FE-66A0-C6F5-6D08-8F8CFBC9D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3045E-1FDC-3C69-8C64-9AC17A8F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Motivation &amp; Case</a:t>
            </a:r>
            <a:endParaRPr lang="nb-NO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313049-B6AD-97F8-D483-FE216CC3F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823"/>
            <a:ext cx="10515600" cy="4603140"/>
          </a:xfrm>
        </p:spPr>
        <p:txBody>
          <a:bodyPr/>
          <a:lstStyle/>
          <a:p>
            <a:r>
              <a:rPr lang="en-GB" u="sng"/>
              <a:t>Problem statement</a:t>
            </a:r>
            <a:r>
              <a:rPr lang="en-GB"/>
              <a:t>:  many interconnected devices that collect, monitor, and exchange data. As networks grow in size and complexity, the </a:t>
            </a:r>
            <a:r>
              <a:rPr lang="en-GB">
                <a:solidFill>
                  <a:srgbClr val="FF0000"/>
                </a:solidFill>
              </a:rPr>
              <a:t>volume and heterogeneity of data they generate pose challenges</a:t>
            </a:r>
            <a:r>
              <a:rPr lang="en-GB"/>
              <a:t> for the effective management of IoT systems.</a:t>
            </a:r>
          </a:p>
          <a:p>
            <a:endParaRPr lang="en-GB"/>
          </a:p>
          <a:p>
            <a:r>
              <a:rPr lang="en-GB" u="sng"/>
              <a:t>Solution</a:t>
            </a:r>
            <a:r>
              <a:rPr lang="en-GB"/>
              <a:t>: increase system observability using a </a:t>
            </a:r>
            <a:r>
              <a:rPr lang="en-GB" b="1"/>
              <a:t>combination</a:t>
            </a:r>
            <a:r>
              <a:rPr lang="en-GB"/>
              <a:t> of </a:t>
            </a:r>
            <a:r>
              <a:rPr lang="en-GB" b="1"/>
              <a:t>Multi-Agent Systems</a:t>
            </a:r>
            <a:r>
              <a:rPr lang="en-GB"/>
              <a:t>, </a:t>
            </a:r>
            <a:r>
              <a:rPr lang="en-GB" b="1"/>
              <a:t>Large Language Models</a:t>
            </a:r>
            <a:r>
              <a:rPr lang="en-GB"/>
              <a:t> and </a:t>
            </a:r>
            <a:r>
              <a:rPr lang="en-GB" b="1"/>
              <a:t>Knowledge Graphs</a:t>
            </a:r>
            <a:r>
              <a:rPr lang="en-GB"/>
              <a:t>.</a:t>
            </a:r>
          </a:p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1900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AA49-98B6-BD8F-6842-0223CCDCF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1E1B-1F80-7416-68CB-2EDE83CF9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Motivation &amp; Case</a:t>
            </a:r>
            <a:endParaRPr lang="nb-NO"/>
          </a:p>
        </p:txBody>
      </p:sp>
      <p:pic>
        <p:nvPicPr>
          <p:cNvPr id="9" name="Picture 8" descr="Diagram of a graph&#10;&#10;AI-generated content may be incorrect.">
            <a:extLst>
              <a:ext uri="{FF2B5EF4-FFF2-40B4-BE49-F238E27FC236}">
                <a16:creationId xmlns:a16="http://schemas.microsoft.com/office/drawing/2014/main" id="{67F6D59F-E01D-2244-7153-3115DB82C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19" y="2071688"/>
            <a:ext cx="5351381" cy="3353952"/>
          </a:xfrm>
          <a:prstGeom prst="rect">
            <a:avLst/>
          </a:prstGeom>
        </p:spPr>
      </p:pic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40B7E609-1D4C-39B8-B961-2361B80B1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7381"/>
            <a:ext cx="5638800" cy="26928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46D95D-CACC-9C14-7935-13C2B7C165BD}"/>
              </a:ext>
            </a:extLst>
          </p:cNvPr>
          <p:cNvSpPr txBox="1"/>
          <p:nvPr/>
        </p:nvSpPr>
        <p:spPr>
          <a:xfrm>
            <a:off x="1691671" y="1598355"/>
            <a:ext cx="254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a. Knowledge Creation</a:t>
            </a:r>
            <a:endParaRPr lang="nb-NO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78C7D5-B9AD-3F5A-65C0-67E2F566BE34}"/>
              </a:ext>
            </a:extLst>
          </p:cNvPr>
          <p:cNvSpPr txBox="1"/>
          <p:nvPr/>
        </p:nvSpPr>
        <p:spPr>
          <a:xfrm>
            <a:off x="7021204" y="1506022"/>
            <a:ext cx="433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b. Knowledge Extraction + Data analysis</a:t>
            </a:r>
            <a:endParaRPr lang="nb-NO" b="1"/>
          </a:p>
        </p:txBody>
      </p:sp>
    </p:spTree>
    <p:extLst>
      <p:ext uri="{BB962C8B-B14F-4D97-AF65-F5344CB8AC3E}">
        <p14:creationId xmlns:p14="http://schemas.microsoft.com/office/powerpoint/2010/main" val="83013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B656-0AEF-965B-771A-52B9AC27E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6FC4-1449-73CD-DA31-D8EE0A63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Motivation &amp; Case</a:t>
            </a:r>
            <a:endParaRPr lang="nb-NO"/>
          </a:p>
        </p:txBody>
      </p:sp>
      <p:pic>
        <p:nvPicPr>
          <p:cNvPr id="9" name="Picture 8" descr="Diagram of a graph&#10;&#10;AI-generated content may be incorrect.">
            <a:extLst>
              <a:ext uri="{FF2B5EF4-FFF2-40B4-BE49-F238E27FC236}">
                <a16:creationId xmlns:a16="http://schemas.microsoft.com/office/drawing/2014/main" id="{F0756A66-7FD3-9143-B6D0-B5ECB8BAB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19" y="2071688"/>
            <a:ext cx="5351381" cy="3353952"/>
          </a:xfrm>
          <a:prstGeom prst="rect">
            <a:avLst/>
          </a:prstGeom>
        </p:spPr>
      </p:pic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E39403B4-87A8-7455-E5B8-AAD7C8B3D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7381"/>
            <a:ext cx="5638800" cy="26928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396311-B279-47B5-FC1C-E06A6073310A}"/>
              </a:ext>
            </a:extLst>
          </p:cNvPr>
          <p:cNvSpPr txBox="1"/>
          <p:nvPr/>
        </p:nvSpPr>
        <p:spPr>
          <a:xfrm>
            <a:off x="1691671" y="1598355"/>
            <a:ext cx="254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a. Knowledge Creation</a:t>
            </a:r>
            <a:endParaRPr lang="nb-NO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B534E-02FC-AE29-20F5-5CD94AED39D2}"/>
              </a:ext>
            </a:extLst>
          </p:cNvPr>
          <p:cNvSpPr txBox="1"/>
          <p:nvPr/>
        </p:nvSpPr>
        <p:spPr>
          <a:xfrm>
            <a:off x="7021204" y="1506022"/>
            <a:ext cx="4332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b. Knowledge Extraction + Data analysis</a:t>
            </a:r>
            <a:endParaRPr lang="nb-NO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58EECE-C9AE-614C-C5BA-520674EB46AC}"/>
              </a:ext>
            </a:extLst>
          </p:cNvPr>
          <p:cNvSpPr txBox="1"/>
          <p:nvPr/>
        </p:nvSpPr>
        <p:spPr>
          <a:xfrm>
            <a:off x="3243943" y="5514252"/>
            <a:ext cx="6043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/>
              <a:t>How to do this (efficiently too)? </a:t>
            </a:r>
            <a:endParaRPr lang="nb-NO" sz="3200" b="1"/>
          </a:p>
        </p:txBody>
      </p:sp>
    </p:spTree>
    <p:extLst>
      <p:ext uri="{BB962C8B-B14F-4D97-AF65-F5344CB8AC3E}">
        <p14:creationId xmlns:p14="http://schemas.microsoft.com/office/powerpoint/2010/main" val="238180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5431-3E97-6BD5-A632-3F77FACC0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0596-AECD-E80B-AE13-9F87AE954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Setup</a:t>
            </a:r>
            <a:endParaRPr lang="nb-N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88EE6-22E0-701D-55EB-DF2C06802881}"/>
              </a:ext>
            </a:extLst>
          </p:cNvPr>
          <p:cNvSpPr txBox="1"/>
          <p:nvPr/>
        </p:nvSpPr>
        <p:spPr>
          <a:xfrm>
            <a:off x="838200" y="2039031"/>
            <a:ext cx="98951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GB" sz="2800"/>
              <a:t>Connection to databases (</a:t>
            </a:r>
            <a:r>
              <a:rPr lang="en-GB" sz="2800" err="1"/>
              <a:t>e.g</a:t>
            </a:r>
            <a:r>
              <a:rPr lang="en-GB" sz="2800"/>
              <a:t> </a:t>
            </a:r>
            <a:r>
              <a:rPr lang="en-GB" sz="2800" err="1"/>
              <a:t>MinIO</a:t>
            </a:r>
            <a:r>
              <a:rPr lang="en-GB" sz="2800"/>
              <a:t>, </a:t>
            </a:r>
            <a:r>
              <a:rPr lang="en-GB" sz="2800" err="1"/>
              <a:t>InfluxDB</a:t>
            </a:r>
            <a:r>
              <a:rPr lang="en-GB" sz="2800"/>
              <a:t>, Neo4j)</a:t>
            </a:r>
          </a:p>
          <a:p>
            <a:pPr marL="342900" indent="-342900">
              <a:buAutoNum type="arabicParenR"/>
            </a:pPr>
            <a:endParaRPr lang="en-GB" sz="2800"/>
          </a:p>
          <a:p>
            <a:pPr marL="342900" indent="-342900">
              <a:buAutoNum type="arabicParenR"/>
            </a:pPr>
            <a:r>
              <a:rPr lang="en-GB" sz="2800"/>
              <a:t>Multi-agent framework (e.g. </a:t>
            </a:r>
            <a:r>
              <a:rPr lang="en-GB" sz="2800" err="1"/>
              <a:t>AutoGen</a:t>
            </a:r>
            <a:r>
              <a:rPr lang="en-GB" sz="2800"/>
              <a:t>)</a:t>
            </a:r>
          </a:p>
          <a:p>
            <a:pPr marL="342900" indent="-342900">
              <a:buAutoNum type="arabicParenR"/>
            </a:pPr>
            <a:endParaRPr lang="en-GB" sz="2800"/>
          </a:p>
          <a:p>
            <a:pPr marL="342900" indent="-342900">
              <a:buAutoNum type="arabicParenR"/>
            </a:pPr>
            <a:r>
              <a:rPr lang="en-GB" sz="2800"/>
              <a:t>LLM access (e.g. via OpenAI API, </a:t>
            </a:r>
            <a:r>
              <a:rPr lang="en-GB" sz="2800" err="1"/>
              <a:t>Ollama</a:t>
            </a:r>
            <a:r>
              <a:rPr lang="en-GB" sz="2800"/>
              <a:t>)</a:t>
            </a:r>
          </a:p>
          <a:p>
            <a:pPr marL="342900" indent="-342900">
              <a:buAutoNum type="arabicParenR"/>
            </a:pPr>
            <a:endParaRPr lang="en-GB" sz="2800"/>
          </a:p>
          <a:p>
            <a:pPr marL="342900" indent="-342900">
              <a:buAutoNum type="arabicParenR"/>
            </a:pPr>
            <a:r>
              <a:rPr lang="en-GB" sz="280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3435594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4941A-88F4-1091-EB15-5945E9DC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3ABB-8E15-D44C-A7AA-77C0C3B2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71" y="0"/>
            <a:ext cx="10515600" cy="1325563"/>
          </a:xfrm>
        </p:spPr>
        <p:txBody>
          <a:bodyPr/>
          <a:lstStyle/>
          <a:p>
            <a:r>
              <a:rPr lang="en-GB"/>
              <a:t>Demonstration</a:t>
            </a:r>
            <a:endParaRPr lang="nb-N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96315-6ACA-B8DE-6C04-97E290E0CCDF}"/>
              </a:ext>
            </a:extLst>
          </p:cNvPr>
          <p:cNvSpPr txBox="1"/>
          <p:nvPr/>
        </p:nvSpPr>
        <p:spPr>
          <a:xfrm>
            <a:off x="6096000" y="1184246"/>
            <a:ext cx="5696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endParaRPr lang="nb-NO"/>
          </a:p>
          <a:p>
            <a:pPr latinLnBrk="1"/>
            <a:endParaRPr lang="nb-NO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10DFDC-33B0-BDF6-0FD3-CFEE194F0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530" y="0"/>
            <a:ext cx="6975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94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A2B9-62A9-C6FD-AA2F-D59040E4B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22FF5-336F-00DF-516E-A86C504A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71" y="0"/>
            <a:ext cx="10515600" cy="1325563"/>
          </a:xfrm>
        </p:spPr>
        <p:txBody>
          <a:bodyPr/>
          <a:lstStyle/>
          <a:p>
            <a:r>
              <a:rPr lang="en-GB"/>
              <a:t>Demonstration</a:t>
            </a:r>
            <a:endParaRPr lang="nb-N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52961-7C22-AA99-FC57-E50E9A494828}"/>
              </a:ext>
            </a:extLst>
          </p:cNvPr>
          <p:cNvSpPr txBox="1"/>
          <p:nvPr/>
        </p:nvSpPr>
        <p:spPr>
          <a:xfrm>
            <a:off x="251671" y="1317071"/>
            <a:ext cx="5696123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nb-NO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1. User: </a:t>
            </a:r>
            <a:r>
              <a:rPr lang="nb-NO" sz="1400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What</a:t>
            </a:r>
            <a:r>
              <a:rPr lang="nb-NO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 is </a:t>
            </a:r>
            <a:r>
              <a:rPr lang="nb-NO" sz="1400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the</a:t>
            </a:r>
            <a:r>
              <a:rPr lang="nb-NO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nb-NO" sz="1400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summary</a:t>
            </a:r>
            <a:r>
              <a:rPr lang="nb-NO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nb-NO" sz="1400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of</a:t>
            </a:r>
            <a:r>
              <a:rPr lang="nb-NO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nb-NO" sz="1400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the</a:t>
            </a:r>
            <a:r>
              <a:rPr lang="nb-NO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nb-NO" sz="1400" b="1" err="1">
                <a:solidFill>
                  <a:schemeClr val="tx2">
                    <a:lumMod val="90000"/>
                    <a:lumOff val="10000"/>
                  </a:schemeClr>
                </a:solidFill>
              </a:rPr>
              <a:t>static</a:t>
            </a:r>
            <a:r>
              <a:rPr lang="nb-NO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 PCAP in CMS?</a:t>
            </a:r>
          </a:p>
          <a:p>
            <a:pPr latinLnBrk="1"/>
            <a:r>
              <a:rPr lang="nb-NO" sz="1400"/>
              <a:t>2. The </a:t>
            </a:r>
            <a:r>
              <a:rPr lang="nb-NO" sz="1400" err="1"/>
              <a:t>static</a:t>
            </a:r>
            <a:r>
              <a:rPr lang="nb-NO" sz="1400"/>
              <a:t> PCAP data </a:t>
            </a:r>
            <a:r>
              <a:rPr lang="nb-NO" sz="1400" err="1"/>
              <a:t>linked</a:t>
            </a:r>
            <a:r>
              <a:rPr lang="nb-NO" sz="1400"/>
              <a:t> to </a:t>
            </a:r>
            <a:r>
              <a:rPr lang="nb-NO" sz="1400" err="1"/>
              <a:t>the</a:t>
            </a:r>
            <a:r>
              <a:rPr lang="nb-NO" sz="1400"/>
              <a:t> CMS </a:t>
            </a:r>
            <a:r>
              <a:rPr lang="nb-NO" sz="1400" err="1"/>
              <a:t>asset</a:t>
            </a:r>
            <a:r>
              <a:rPr lang="nb-NO" sz="1400"/>
              <a:t> </a:t>
            </a:r>
            <a:r>
              <a:rPr lang="nb-NO" sz="1400" err="1"/>
              <a:t>can</a:t>
            </a:r>
            <a:r>
              <a:rPr lang="nb-NO" sz="1400"/>
              <a:t> be </a:t>
            </a:r>
            <a:r>
              <a:rPr lang="nb-NO" sz="1400" err="1"/>
              <a:t>found</a:t>
            </a:r>
            <a:r>
              <a:rPr lang="nb-NO" sz="1400"/>
              <a:t> at </a:t>
            </a:r>
            <a:r>
              <a:rPr lang="nb-NO" sz="1400" err="1"/>
              <a:t>the</a:t>
            </a:r>
            <a:r>
              <a:rPr lang="nb-NO" sz="1400"/>
              <a:t> </a:t>
            </a:r>
            <a:r>
              <a:rPr lang="nb-NO" sz="1400" err="1"/>
              <a:t>endpoint</a:t>
            </a:r>
            <a:r>
              <a:rPr lang="nb-NO" sz="1400"/>
              <a:t>: </a:t>
            </a:r>
            <a:r>
              <a:rPr lang="nb-NO" sz="1400" err="1"/>
              <a:t>static-cms</a:t>
            </a:r>
            <a:r>
              <a:rPr lang="nb-NO" sz="1400"/>
              <a:t>. If </a:t>
            </a:r>
            <a:r>
              <a:rPr lang="nb-NO" sz="1400" err="1"/>
              <a:t>you</a:t>
            </a:r>
            <a:r>
              <a:rPr lang="nb-NO" sz="1400"/>
              <a:t> </a:t>
            </a:r>
            <a:r>
              <a:rPr lang="nb-NO" sz="1400" err="1"/>
              <a:t>need</a:t>
            </a:r>
            <a:r>
              <a:rPr lang="nb-NO" sz="1400"/>
              <a:t> a </a:t>
            </a:r>
            <a:r>
              <a:rPr lang="nb-NO" sz="1400" err="1"/>
              <a:t>summary</a:t>
            </a:r>
            <a:r>
              <a:rPr lang="nb-NO" sz="1400"/>
              <a:t> or </a:t>
            </a:r>
            <a:r>
              <a:rPr lang="nb-NO" sz="1400" err="1"/>
              <a:t>content</a:t>
            </a:r>
            <a:r>
              <a:rPr lang="nb-NO" sz="1400"/>
              <a:t> from </a:t>
            </a:r>
            <a:r>
              <a:rPr lang="nb-NO" sz="1400" err="1"/>
              <a:t>this</a:t>
            </a:r>
            <a:r>
              <a:rPr lang="nb-NO" sz="1400"/>
              <a:t> </a:t>
            </a:r>
            <a:r>
              <a:rPr lang="nb-NO" sz="1400" err="1"/>
              <a:t>static</a:t>
            </a:r>
            <a:r>
              <a:rPr lang="nb-NO" sz="1400"/>
              <a:t> PCAP, </a:t>
            </a:r>
            <a:r>
              <a:rPr lang="nb-NO" sz="1400" err="1"/>
              <a:t>please</a:t>
            </a:r>
            <a:r>
              <a:rPr lang="nb-NO" sz="1400"/>
              <a:t> </a:t>
            </a:r>
            <a:r>
              <a:rPr lang="nb-NO" sz="1400" err="1"/>
              <a:t>access</a:t>
            </a:r>
            <a:r>
              <a:rPr lang="nb-NO" sz="1400"/>
              <a:t> </a:t>
            </a:r>
            <a:r>
              <a:rPr lang="nb-NO" sz="1400" err="1"/>
              <a:t>this</a:t>
            </a:r>
            <a:r>
              <a:rPr lang="nb-NO" sz="1400"/>
              <a:t> </a:t>
            </a:r>
            <a:r>
              <a:rPr lang="nb-NO" sz="1400" err="1"/>
              <a:t>bucket</a:t>
            </a:r>
            <a:r>
              <a:rPr lang="nb-NO" sz="1400"/>
              <a:t>.</a:t>
            </a:r>
          </a:p>
          <a:p>
            <a:pPr latinLnBrk="1"/>
            <a:r>
              <a:rPr lang="nb-NO" sz="1400" b="1"/>
              <a:t>3. [</a:t>
            </a:r>
            <a:r>
              <a:rPr lang="nb-NO" sz="1400" b="1" err="1"/>
              <a:t>MinIO</a:t>
            </a:r>
            <a:r>
              <a:rPr lang="nb-NO" sz="1400" b="1"/>
              <a:t>] ✅ File '20230511_Denial_of_Charge_IdTag_filtered_pcaplabelled.pcap' </a:t>
            </a:r>
            <a:r>
              <a:rPr lang="nb-NO" sz="1400" b="1" err="1"/>
              <a:t>downloaded</a:t>
            </a:r>
            <a:r>
              <a:rPr lang="nb-NO" sz="1400" b="1"/>
              <a:t> to </a:t>
            </a:r>
            <a:r>
              <a:rPr lang="nb-NO" sz="1400" b="1" err="1"/>
              <a:t>data_exports</a:t>
            </a:r>
            <a:r>
              <a:rPr lang="nb-NO" sz="1400" b="1"/>
              <a:t>\20230511_Denial_of_Charge_IdTag_filtered_pcaplabelled.pcap</a:t>
            </a:r>
          </a:p>
          <a:p>
            <a:pPr latinLnBrk="1"/>
            <a:r>
              <a:rPr lang="nb-NO" sz="1400"/>
              <a:t>4-. import </a:t>
            </a:r>
            <a:r>
              <a:rPr lang="nb-NO" sz="1400" err="1"/>
              <a:t>pyshark</a:t>
            </a:r>
            <a:endParaRPr lang="nb-NO" sz="1400"/>
          </a:p>
          <a:p>
            <a:pPr latinLnBrk="1"/>
            <a:r>
              <a:rPr lang="nb-NO" sz="1400" err="1"/>
              <a:t>def</a:t>
            </a:r>
            <a:r>
              <a:rPr lang="nb-NO" sz="1400"/>
              <a:t> </a:t>
            </a:r>
            <a:r>
              <a:rPr lang="nb-NO" sz="1400" err="1"/>
              <a:t>summarize_pcap</a:t>
            </a:r>
            <a:r>
              <a:rPr lang="nb-NO" sz="1400"/>
              <a:t>(</a:t>
            </a:r>
            <a:r>
              <a:rPr lang="nb-NO" sz="1400" err="1"/>
              <a:t>file_path</a:t>
            </a:r>
            <a:r>
              <a:rPr lang="nb-NO" sz="1400"/>
              <a:t>):</a:t>
            </a:r>
          </a:p>
          <a:p>
            <a:pPr latinLnBrk="1"/>
            <a:r>
              <a:rPr lang="nb-NO" sz="1400"/>
              <a:t>    </a:t>
            </a:r>
            <a:r>
              <a:rPr lang="nb-NO" sz="1400" err="1"/>
              <a:t>cap</a:t>
            </a:r>
            <a:r>
              <a:rPr lang="nb-NO" sz="1400"/>
              <a:t> = </a:t>
            </a:r>
            <a:r>
              <a:rPr lang="nb-NO" sz="1400" err="1"/>
              <a:t>pyshark.FileCapture</a:t>
            </a:r>
            <a:r>
              <a:rPr lang="nb-NO" sz="1400"/>
              <a:t>(</a:t>
            </a:r>
            <a:r>
              <a:rPr lang="nb-NO" sz="1400" err="1"/>
              <a:t>file_path</a:t>
            </a:r>
            <a:r>
              <a:rPr lang="nb-NO" sz="1400"/>
              <a:t>, </a:t>
            </a:r>
            <a:r>
              <a:rPr lang="nb-NO" sz="1400" err="1"/>
              <a:t>only_summaries</a:t>
            </a:r>
            <a:r>
              <a:rPr lang="nb-NO" sz="1400"/>
              <a:t>=True)</a:t>
            </a:r>
          </a:p>
          <a:p>
            <a:pPr latinLnBrk="1"/>
            <a:r>
              <a:rPr lang="nb-NO" sz="1400"/>
              <a:t>(…)</a:t>
            </a:r>
          </a:p>
          <a:p>
            <a:pPr latinLnBrk="1"/>
            <a:r>
              <a:rPr lang="nb-NO" sz="1400" err="1"/>
              <a:t>def</a:t>
            </a:r>
            <a:r>
              <a:rPr lang="nb-NO" sz="1400"/>
              <a:t> </a:t>
            </a:r>
            <a:r>
              <a:rPr lang="nb-NO" sz="1400" err="1"/>
              <a:t>main</a:t>
            </a:r>
            <a:r>
              <a:rPr lang="nb-NO" sz="1400"/>
              <a:t>():</a:t>
            </a:r>
          </a:p>
          <a:p>
            <a:pPr latinLnBrk="1"/>
            <a:r>
              <a:rPr lang="nb-NO" sz="1400"/>
              <a:t>    </a:t>
            </a:r>
            <a:r>
              <a:rPr lang="nb-NO" sz="1400" err="1"/>
              <a:t>file_path</a:t>
            </a:r>
            <a:r>
              <a:rPr lang="nb-NO" sz="1400"/>
              <a:t> = </a:t>
            </a:r>
            <a:r>
              <a:rPr lang="nb-NO" sz="1400" err="1"/>
              <a:t>r"data_exports</a:t>
            </a:r>
            <a:r>
              <a:rPr lang="nb-NO" sz="1400"/>
              <a:t>\20230511_Denial_of_Charge_IdTag_filtered_pcaplabelled.pcap"</a:t>
            </a:r>
          </a:p>
          <a:p>
            <a:pPr latinLnBrk="1"/>
            <a:r>
              <a:rPr lang="nb-NO" sz="1400"/>
              <a:t>    </a:t>
            </a:r>
            <a:r>
              <a:rPr lang="nb-NO" sz="1400" err="1"/>
              <a:t>summarize_pcap</a:t>
            </a:r>
            <a:r>
              <a:rPr lang="nb-NO" sz="1400"/>
              <a:t>(</a:t>
            </a:r>
            <a:r>
              <a:rPr lang="nb-NO" sz="1400" err="1"/>
              <a:t>file_path</a:t>
            </a:r>
            <a:r>
              <a:rPr lang="nb-NO" sz="1400"/>
              <a:t>)</a:t>
            </a:r>
          </a:p>
          <a:p>
            <a:pPr latinLnBrk="1"/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5. Your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code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is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well-structured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for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summarizing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a PCAP file.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Here’s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what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it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will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do for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data_exports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\20230511_Denial_of_Charge_IdTag_filtered_pcaplabelled.pcap:</a:t>
            </a:r>
            <a:endParaRPr lang="nb-NO" sz="1400" b="1"/>
          </a:p>
          <a:p>
            <a:pPr latinLnBrk="1"/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- Count all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packets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.</a:t>
            </a:r>
            <a:endParaRPr lang="nb-NO" sz="1400" b="1"/>
          </a:p>
          <a:p>
            <a:pPr latinLnBrk="1"/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- Count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frequency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of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protocols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.</a:t>
            </a:r>
            <a:endParaRPr lang="nb-NO" sz="1400" b="1"/>
          </a:p>
          <a:p>
            <a:pPr latinLnBrk="1"/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- List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unique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source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and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destination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IP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addresses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(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with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5 samples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each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)</a:t>
            </a:r>
            <a:endParaRPr lang="nb-NO" sz="1400" b="1"/>
          </a:p>
          <a:p>
            <a:pPr latinLnBrk="1"/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(…) If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you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want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to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extend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the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summary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(for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example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,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adding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port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information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or time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duration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), let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me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nb-NO" sz="1400" b="1" err="1">
                <a:solidFill>
                  <a:srgbClr val="000000"/>
                </a:solidFill>
                <a:latin typeface="Aptos" panose="020B0004020202020204" pitchFamily="34" charset="0"/>
              </a:rPr>
              <a:t>know</a:t>
            </a:r>
            <a:r>
              <a:rPr lang="nb-NO" sz="1400" b="1">
                <a:solidFill>
                  <a:srgbClr val="000000"/>
                </a:solidFill>
                <a:latin typeface="Aptos" panose="020B0004020202020204" pitchFamily="34" charset="0"/>
              </a:rPr>
              <a:t>!</a:t>
            </a:r>
            <a:endParaRPr lang="nb-NO" sz="1400" b="1"/>
          </a:p>
          <a:p>
            <a:pPr latinLnBrk="1"/>
            <a:endParaRPr lang="nb-NO" sz="1400"/>
          </a:p>
          <a:p>
            <a:pPr latinLnBrk="1"/>
            <a:endParaRPr lang="nb-NO"/>
          </a:p>
          <a:p>
            <a:pPr latinLnBrk="1"/>
            <a:endParaRPr lang="nb-N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3B493-5D61-DE4A-19A4-FA70AB21B4FF}"/>
              </a:ext>
            </a:extLst>
          </p:cNvPr>
          <p:cNvSpPr txBox="1"/>
          <p:nvPr/>
        </p:nvSpPr>
        <p:spPr>
          <a:xfrm>
            <a:off x="6096000" y="1184246"/>
            <a:ext cx="5696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endParaRPr lang="nb-NO"/>
          </a:p>
          <a:p>
            <a:pPr latinLnBrk="1"/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8347D-A206-504D-BE2B-9D9A629961BB}"/>
              </a:ext>
            </a:extLst>
          </p:cNvPr>
          <p:cNvSpPr txBox="1"/>
          <p:nvPr/>
        </p:nvSpPr>
        <p:spPr>
          <a:xfrm>
            <a:off x="6096000" y="1184246"/>
            <a:ext cx="6094602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1" hangingPunct="1">
              <a:buNone/>
            </a:pP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6. </a:t>
            </a:r>
            <a:r>
              <a:rPr lang="nb-NO" sz="1500" b="1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Summary</a:t>
            </a: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b="1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of</a:t>
            </a: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PCAP: </a:t>
            </a:r>
            <a:r>
              <a:rPr lang="nb-NO" sz="1500" b="1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data_exports</a:t>
            </a: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\20230511_Denial_of_Charge_IdTag_filtered_pcaplabelled.pcap</a:t>
            </a:r>
            <a:endParaRPr lang="nb-NO" sz="1500" b="1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Total </a:t>
            </a:r>
            <a:r>
              <a:rPr lang="nb-NO" sz="1500" b="1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packets</a:t>
            </a: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: 14321</a:t>
            </a:r>
            <a:endParaRPr lang="nb-NO" sz="1500" b="1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b="1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Protocols</a:t>
            </a: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: {'TCP': 9124, 'UDP': 5021, 'ARP': 159, 'ICMP': 15, 'DNS': 2}</a:t>
            </a:r>
            <a:endParaRPr lang="nb-NO" sz="1500" b="1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b="1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Unique</a:t>
            </a: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Source IPs: 26</a:t>
            </a:r>
            <a:endParaRPr lang="nb-NO" sz="1500" b="1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b="1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Unique</a:t>
            </a: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b="1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Destination</a:t>
            </a: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IPs: 19</a:t>
            </a:r>
            <a:endParaRPr lang="nb-NO" sz="1500" b="1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Sample Source IPs: ['192.168.1.10', '192.168.1.5', '192.168.1.1', '10.0.0.2', '172.16.0.8']</a:t>
            </a:r>
            <a:endParaRPr lang="nb-NO" sz="1500" b="1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Sample </a:t>
            </a:r>
            <a:r>
              <a:rPr lang="nb-NO" sz="1500" b="1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Destination</a:t>
            </a:r>
            <a:r>
              <a:rPr lang="nb-NO" sz="1500" b="1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IPs: ['192.168.1.1', '192.168.1.10', '192.168.1.5', '10.0.0.2', '172.16.0.1’]</a:t>
            </a:r>
            <a:endParaRPr lang="nb-NO" sz="1500" b="1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>
                <a:solidFill>
                  <a:srgbClr val="000000"/>
                </a:solidFill>
                <a:latin typeface="Aptos" panose="020B0004020202020204" pitchFamily="34" charset="0"/>
              </a:rPr>
              <a:t>7. 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Plan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execution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summary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:</a:t>
            </a:r>
            <a:endParaRPr lang="nb-NO" sz="1500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1.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graph_operator_agent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: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Located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the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static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PCAP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linked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to CMS at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endpoint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"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static-cms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".</a:t>
            </a:r>
            <a:endParaRPr lang="nb-NO" sz="1500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2.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filepath_fetcher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: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Retrieved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file at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data_exports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\20230511_Denial_of_Charge_IdTag_filtered_pcaplabelled.pcap.</a:t>
            </a:r>
            <a:endParaRPr lang="nb-NO" sz="1500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3.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code_generator_agent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: Ran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analysis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code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on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the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file and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produced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the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following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summary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:</a:t>
            </a:r>
            <a:endParaRPr lang="nb-NO" sz="1500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**PCAP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Summary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for CMS:**</a:t>
            </a:r>
            <a:endParaRPr lang="nb-NO" sz="1500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- Total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packets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: 14,321 </a:t>
            </a:r>
            <a:endParaRPr lang="nb-NO" sz="1500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-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Protocol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breakdown: TCP (9,124), UDP (5,021), ARP (159), ICMP (15), DNS (2)</a:t>
            </a:r>
            <a:endParaRPr lang="nb-NO" sz="1500">
              <a:effectLst/>
            </a:endParaRPr>
          </a:p>
          <a:p>
            <a:pPr marL="0" algn="l" rtl="0" eaLnBrk="1" latinLnBrk="1" hangingPunct="1">
              <a:buNone/>
            </a:pP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(…) **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Task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lang="nb-NO" sz="1500" kern="120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complete</a:t>
            </a:r>
            <a:r>
              <a:rPr lang="nb-NO" sz="1500" kern="120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.**  </a:t>
            </a:r>
            <a:endParaRPr lang="nb-NO" sz="1500">
              <a:effectLst/>
            </a:endParaRPr>
          </a:p>
          <a:p>
            <a:pPr>
              <a:buNone/>
            </a:pPr>
            <a:r>
              <a:rPr lang="nb-NO" sz="1500" kern="120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TERMINATE</a:t>
            </a:r>
            <a:endParaRPr lang="nb-NO" sz="15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000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6410C-5D66-F8C5-2968-C4122CBF5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1FA3-723B-AF54-D5E2-3AFF95C2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Discussions we’ve had</a:t>
            </a:r>
            <a:br>
              <a:rPr lang="en-GB"/>
            </a:b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04B02-32A4-530D-9F47-B2F2A1FC6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27" y="1451295"/>
            <a:ext cx="10993073" cy="4725668"/>
          </a:xfrm>
        </p:spPr>
        <p:txBody>
          <a:bodyPr>
            <a:normAutofit/>
          </a:bodyPr>
          <a:lstStyle/>
          <a:p>
            <a:pPr marL="914400" lvl="1" indent="-457200">
              <a:buAutoNum type="arabicParenR"/>
            </a:pP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What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did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the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participants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produce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457200" lvl="1" indent="0">
              <a:buNone/>
            </a:pPr>
            <a:endParaRPr lang="nb-NO" sz="3200"/>
          </a:p>
          <a:p>
            <a:pPr marL="457200" lvl="1" indent="0">
              <a:buNone/>
            </a:pPr>
            <a:r>
              <a:rPr lang="nb-NO" sz="3200" err="1"/>
              <a:t>We</a:t>
            </a:r>
            <a:r>
              <a:rPr lang="nb-NO" sz="3200"/>
              <a:t> </a:t>
            </a:r>
            <a:r>
              <a:rPr lang="nb-NO" sz="3200" err="1"/>
              <a:t>followed</a:t>
            </a:r>
            <a:r>
              <a:rPr lang="nb-NO" sz="3200"/>
              <a:t> a pre-</a:t>
            </a:r>
            <a:r>
              <a:rPr lang="nb-NO" sz="3200" err="1"/>
              <a:t>planned</a:t>
            </a:r>
            <a:r>
              <a:rPr lang="nb-NO" sz="3200"/>
              <a:t> </a:t>
            </a:r>
            <a:r>
              <a:rPr lang="nb-NO" sz="3200" err="1"/>
              <a:t>workflow</a:t>
            </a:r>
            <a:r>
              <a:rPr lang="nb-NO" sz="3200"/>
              <a:t> for </a:t>
            </a:r>
            <a:r>
              <a:rPr lang="nb-NO" sz="3200" err="1"/>
              <a:t>this</a:t>
            </a:r>
            <a:r>
              <a:rPr lang="nb-NO" sz="3200"/>
              <a:t> workshop, </a:t>
            </a:r>
            <a:r>
              <a:rPr lang="nb-NO" sz="3200" err="1"/>
              <a:t>however</a:t>
            </a:r>
            <a:r>
              <a:rPr lang="nb-NO" sz="3200"/>
              <a:t> </a:t>
            </a:r>
            <a:r>
              <a:rPr lang="nb-NO" sz="3200" err="1"/>
              <a:t>we</a:t>
            </a:r>
            <a:r>
              <a:rPr lang="nb-NO" sz="3200"/>
              <a:t> </a:t>
            </a:r>
            <a:r>
              <a:rPr lang="nb-NO" sz="3200" err="1"/>
              <a:t>varied</a:t>
            </a:r>
            <a:r>
              <a:rPr lang="nb-NO" sz="3200"/>
              <a:t> </a:t>
            </a:r>
            <a:r>
              <a:rPr lang="nb-NO" sz="3200" err="1"/>
              <a:t>some</a:t>
            </a:r>
            <a:r>
              <a:rPr lang="nb-NO" sz="3200"/>
              <a:t> </a:t>
            </a:r>
            <a:r>
              <a:rPr lang="nb-NO" sz="3200" err="1"/>
              <a:t>of</a:t>
            </a:r>
            <a:r>
              <a:rPr lang="nb-NO" sz="3200"/>
              <a:t> </a:t>
            </a:r>
            <a:r>
              <a:rPr lang="nb-NO" sz="3200" err="1"/>
              <a:t>the</a:t>
            </a:r>
            <a:r>
              <a:rPr lang="nb-NO" sz="3200"/>
              <a:t> inputs and agent </a:t>
            </a:r>
            <a:r>
              <a:rPr lang="nb-NO" sz="3200" err="1"/>
              <a:t>configurations</a:t>
            </a:r>
            <a:r>
              <a:rPr lang="nb-NO" sz="3200"/>
              <a:t> to </a:t>
            </a:r>
            <a:r>
              <a:rPr lang="nb-NO" sz="3200" err="1"/>
              <a:t>observe</a:t>
            </a:r>
            <a:r>
              <a:rPr lang="nb-NO" sz="3200"/>
              <a:t> </a:t>
            </a:r>
            <a:r>
              <a:rPr lang="nb-NO" sz="3200" err="1"/>
              <a:t>how</a:t>
            </a:r>
            <a:r>
              <a:rPr lang="nb-NO" sz="3200"/>
              <a:t> </a:t>
            </a:r>
            <a:r>
              <a:rPr lang="nb-NO" sz="3200" err="1"/>
              <a:t>this</a:t>
            </a:r>
            <a:r>
              <a:rPr lang="nb-NO" sz="3200"/>
              <a:t> </a:t>
            </a:r>
            <a:r>
              <a:rPr lang="nb-NO" sz="3200" err="1"/>
              <a:t>impacts</a:t>
            </a:r>
            <a:r>
              <a:rPr lang="nb-NO" sz="3200"/>
              <a:t> </a:t>
            </a:r>
            <a:r>
              <a:rPr lang="nb-NO" sz="3200" err="1"/>
              <a:t>the</a:t>
            </a:r>
            <a:r>
              <a:rPr lang="nb-NO" sz="3200"/>
              <a:t> </a:t>
            </a:r>
            <a:r>
              <a:rPr lang="nb-NO" sz="3200" err="1"/>
              <a:t>behaviour</a:t>
            </a:r>
            <a:r>
              <a:rPr lang="nb-NO" sz="3200"/>
              <a:t> </a:t>
            </a:r>
            <a:r>
              <a:rPr lang="nb-NO" sz="3200" err="1"/>
              <a:t>of</a:t>
            </a:r>
            <a:r>
              <a:rPr lang="nb-NO" sz="3200"/>
              <a:t> </a:t>
            </a:r>
            <a:r>
              <a:rPr lang="nb-NO" sz="3200" err="1"/>
              <a:t>the</a:t>
            </a:r>
            <a:r>
              <a:rPr lang="nb-NO" sz="3200"/>
              <a:t> agents. </a:t>
            </a:r>
          </a:p>
          <a:p>
            <a:pPr marL="457200" lvl="1" indent="0">
              <a:buNone/>
            </a:pPr>
            <a:endParaRPr lang="nb-NO" sz="3200"/>
          </a:p>
          <a:p>
            <a:pPr marL="457200" lvl="1" indent="0">
              <a:buNone/>
            </a:pPr>
            <a:r>
              <a:rPr lang="nb-NO" sz="3200"/>
              <a:t>Knowledge </a:t>
            </a:r>
            <a:r>
              <a:rPr lang="nb-NO" sz="3200" err="1"/>
              <a:t>graphs</a:t>
            </a:r>
            <a:r>
              <a:rPr lang="nb-NO" sz="3200"/>
              <a:t> </a:t>
            </a:r>
            <a:r>
              <a:rPr lang="nb-NO" sz="3200" err="1"/>
              <a:t>were</a:t>
            </a:r>
            <a:r>
              <a:rPr lang="nb-NO" sz="3200"/>
              <a:t> </a:t>
            </a:r>
            <a:r>
              <a:rPr lang="nb-NO" sz="3200" err="1"/>
              <a:t>produced</a:t>
            </a:r>
            <a:r>
              <a:rPr lang="nb-NO" sz="3200"/>
              <a:t> </a:t>
            </a:r>
            <a:r>
              <a:rPr lang="nb-NO" sz="3200" err="1"/>
              <a:t>following</a:t>
            </a:r>
            <a:r>
              <a:rPr lang="nb-NO" sz="3200"/>
              <a:t> a DB </a:t>
            </a:r>
            <a:r>
              <a:rPr lang="nb-NO" sz="3200" err="1"/>
              <a:t>schema</a:t>
            </a:r>
            <a:r>
              <a:rPr lang="nb-NO" sz="3200"/>
              <a:t> </a:t>
            </a:r>
            <a:r>
              <a:rPr lang="nb-NO" sz="3200" err="1"/>
              <a:t>of</a:t>
            </a:r>
            <a:r>
              <a:rPr lang="nb-NO" sz="3200"/>
              <a:t> </a:t>
            </a:r>
            <a:r>
              <a:rPr lang="nb-NO" sz="3200" err="1"/>
              <a:t>choice</a:t>
            </a:r>
            <a:r>
              <a:rPr lang="nb-NO" sz="3200"/>
              <a:t>. </a:t>
            </a:r>
          </a:p>
          <a:p>
            <a:pPr marL="457200" lvl="1" indent="0">
              <a:buNone/>
            </a:pPr>
            <a:endParaRPr lang="nb-NO"/>
          </a:p>
          <a:p>
            <a:pPr marL="457200" lvl="1" indent="0">
              <a:buNone/>
            </a:pPr>
            <a:endParaRPr lang="nb-NO"/>
          </a:p>
          <a:p>
            <a:pPr lvl="1"/>
            <a:endParaRPr lang="nb-NO" sz="3200"/>
          </a:p>
          <a:p>
            <a:pPr marL="457200" lvl="1" indent="0">
              <a:buNone/>
            </a:pPr>
            <a:endParaRPr lang="nb-NO" sz="3200"/>
          </a:p>
        </p:txBody>
      </p:sp>
    </p:spTree>
    <p:extLst>
      <p:ext uri="{BB962C8B-B14F-4D97-AF65-F5344CB8AC3E}">
        <p14:creationId xmlns:p14="http://schemas.microsoft.com/office/powerpoint/2010/main" val="1762233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7B84F-B7CE-7767-FBFC-5A904DFD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Discussions we’ve had</a:t>
            </a:r>
            <a:br>
              <a:rPr lang="en-GB"/>
            </a:b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A1F99-AD78-BDD4-0893-8EDA4298F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27" y="1451294"/>
            <a:ext cx="11635530" cy="5184397"/>
          </a:xfrm>
        </p:spPr>
        <p:txBody>
          <a:bodyPr>
            <a:normAutofit fontScale="85000" lnSpcReduction="20000"/>
          </a:bodyPr>
          <a:lstStyle/>
          <a:p>
            <a:pPr marL="457200" lvl="1" indent="0">
              <a:buNone/>
            </a:pP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2)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What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are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the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benefits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and drawbacks?</a:t>
            </a:r>
          </a:p>
          <a:p>
            <a:pPr marL="457200" lvl="1" indent="0">
              <a:buNone/>
            </a:pPr>
            <a:endParaRPr lang="nb-NO" b="1"/>
          </a:p>
          <a:p>
            <a:pPr marL="457200" lvl="1" indent="0">
              <a:buNone/>
            </a:pPr>
            <a:r>
              <a:rPr lang="nb-NO" b="1"/>
              <a:t>Benefits</a:t>
            </a:r>
            <a:r>
              <a:rPr lang="nb-NO"/>
              <a:t>: </a:t>
            </a:r>
          </a:p>
          <a:p>
            <a:pPr lvl="1"/>
            <a:r>
              <a:rPr lang="nb-NO" err="1"/>
              <a:t>Relatively</a:t>
            </a:r>
            <a:r>
              <a:rPr lang="nb-NO"/>
              <a:t> </a:t>
            </a:r>
            <a:r>
              <a:rPr lang="nb-NO" err="1"/>
              <a:t>easy</a:t>
            </a:r>
            <a:r>
              <a:rPr lang="nb-NO"/>
              <a:t> to </a:t>
            </a:r>
            <a:r>
              <a:rPr lang="nb-NO" err="1"/>
              <a:t>implement</a:t>
            </a:r>
            <a:r>
              <a:rPr lang="nb-NO"/>
              <a:t>/prototype due to </a:t>
            </a:r>
            <a:r>
              <a:rPr lang="nb-NO" err="1"/>
              <a:t>high</a:t>
            </a:r>
            <a:r>
              <a:rPr lang="nb-NO"/>
              <a:t> </a:t>
            </a:r>
            <a:r>
              <a:rPr lang="nb-NO" err="1"/>
              <a:t>level</a:t>
            </a:r>
            <a:r>
              <a:rPr lang="nb-NO"/>
              <a:t> </a:t>
            </a:r>
            <a:r>
              <a:rPr lang="nb-NO" err="1"/>
              <a:t>of</a:t>
            </a:r>
            <a:r>
              <a:rPr lang="nb-NO"/>
              <a:t> </a:t>
            </a:r>
            <a:r>
              <a:rPr lang="nb-NO" err="1"/>
              <a:t>abstraction</a:t>
            </a:r>
            <a:r>
              <a:rPr lang="nb-NO"/>
              <a:t> (</a:t>
            </a:r>
            <a:r>
              <a:rPr lang="nb-NO" err="1"/>
              <a:t>low-code</a:t>
            </a:r>
            <a:r>
              <a:rPr lang="nb-NO"/>
              <a:t>).</a:t>
            </a:r>
          </a:p>
          <a:p>
            <a:pPr lvl="1"/>
            <a:r>
              <a:rPr lang="nb-NO" err="1"/>
              <a:t>Can</a:t>
            </a:r>
            <a:r>
              <a:rPr lang="nb-NO"/>
              <a:t> </a:t>
            </a:r>
            <a:r>
              <a:rPr lang="nb-NO" err="1"/>
              <a:t>expand</a:t>
            </a:r>
            <a:r>
              <a:rPr lang="nb-NO"/>
              <a:t> to </a:t>
            </a:r>
            <a:r>
              <a:rPr lang="nb-NO" err="1"/>
              <a:t>large</a:t>
            </a:r>
            <a:r>
              <a:rPr lang="nb-NO"/>
              <a:t> </a:t>
            </a:r>
            <a:r>
              <a:rPr lang="nb-NO" err="1"/>
              <a:t>agentic</a:t>
            </a:r>
            <a:r>
              <a:rPr lang="nb-NO"/>
              <a:t> </a:t>
            </a:r>
            <a:r>
              <a:rPr lang="nb-NO" err="1"/>
              <a:t>architectures</a:t>
            </a:r>
            <a:r>
              <a:rPr lang="nb-NO"/>
              <a:t> due to </a:t>
            </a:r>
            <a:r>
              <a:rPr lang="nb-NO" err="1"/>
              <a:t>nesting</a:t>
            </a:r>
            <a:r>
              <a:rPr lang="nb-NO"/>
              <a:t> </a:t>
            </a:r>
            <a:r>
              <a:rPr lang="nb-NO" err="1"/>
              <a:t>possiblities</a:t>
            </a:r>
            <a:r>
              <a:rPr lang="nb-NO"/>
              <a:t>: </a:t>
            </a:r>
            <a:r>
              <a:rPr lang="nb-NO" err="1"/>
              <a:t>wrapping</a:t>
            </a:r>
            <a:r>
              <a:rPr lang="nb-NO"/>
              <a:t> agents as Tools. </a:t>
            </a:r>
          </a:p>
          <a:p>
            <a:pPr lvl="1"/>
            <a:r>
              <a:rPr lang="nb-NO" err="1"/>
              <a:t>LLMs</a:t>
            </a:r>
            <a:r>
              <a:rPr lang="nb-NO"/>
              <a:t> </a:t>
            </a:r>
            <a:r>
              <a:rPr lang="nb-NO" err="1"/>
              <a:t>get</a:t>
            </a:r>
            <a:r>
              <a:rPr lang="nb-NO"/>
              <a:t> </a:t>
            </a:r>
            <a:r>
              <a:rPr lang="nb-NO" err="1"/>
              <a:t>tool</a:t>
            </a:r>
            <a:r>
              <a:rPr lang="nb-NO"/>
              <a:t> </a:t>
            </a:r>
            <a:r>
              <a:rPr lang="nb-NO" err="1"/>
              <a:t>access</a:t>
            </a:r>
            <a:r>
              <a:rPr lang="nb-NO"/>
              <a:t> and </a:t>
            </a:r>
            <a:r>
              <a:rPr lang="nb-NO" err="1"/>
              <a:t>ability</a:t>
            </a:r>
            <a:r>
              <a:rPr lang="nb-NO"/>
              <a:t> to </a:t>
            </a:r>
            <a:r>
              <a:rPr lang="nb-NO" err="1"/>
              <a:t>perform</a:t>
            </a:r>
            <a:r>
              <a:rPr lang="nb-NO"/>
              <a:t> </a:t>
            </a:r>
            <a:r>
              <a:rPr lang="nb-NO" err="1"/>
              <a:t>actions</a:t>
            </a:r>
            <a:r>
              <a:rPr lang="nb-NO"/>
              <a:t> (</a:t>
            </a:r>
            <a:r>
              <a:rPr lang="nb-NO" err="1"/>
              <a:t>executing</a:t>
            </a:r>
            <a:r>
              <a:rPr lang="nb-NO"/>
              <a:t> </a:t>
            </a:r>
            <a:r>
              <a:rPr lang="nb-NO" err="1"/>
              <a:t>functions</a:t>
            </a:r>
            <a:r>
              <a:rPr lang="nb-NO"/>
              <a:t> e.g. API </a:t>
            </a:r>
            <a:r>
              <a:rPr lang="nb-NO" err="1"/>
              <a:t>call</a:t>
            </a:r>
            <a:r>
              <a:rPr lang="nb-NO"/>
              <a:t>). </a:t>
            </a:r>
          </a:p>
          <a:p>
            <a:pPr lvl="1"/>
            <a:r>
              <a:rPr lang="nb-NO"/>
              <a:t>Good for </a:t>
            </a:r>
            <a:r>
              <a:rPr lang="nb-NO" err="1"/>
              <a:t>building</a:t>
            </a:r>
            <a:r>
              <a:rPr lang="nb-NO"/>
              <a:t> </a:t>
            </a:r>
            <a:r>
              <a:rPr lang="nb-NO" err="1"/>
              <a:t>autonomous</a:t>
            </a:r>
            <a:r>
              <a:rPr lang="nb-NO"/>
              <a:t> </a:t>
            </a:r>
            <a:r>
              <a:rPr lang="nb-NO" err="1"/>
              <a:t>solution</a:t>
            </a:r>
            <a:r>
              <a:rPr lang="nb-NO"/>
              <a:t>.</a:t>
            </a:r>
          </a:p>
          <a:p>
            <a:pPr lvl="1"/>
            <a:r>
              <a:rPr lang="nb-NO"/>
              <a:t>Knowledge </a:t>
            </a:r>
            <a:r>
              <a:rPr lang="nb-NO" err="1"/>
              <a:t>graphs</a:t>
            </a:r>
            <a:r>
              <a:rPr lang="nb-NO"/>
              <a:t> </a:t>
            </a:r>
            <a:r>
              <a:rPr lang="nb-NO" err="1"/>
              <a:t>are</a:t>
            </a:r>
            <a:r>
              <a:rPr lang="nb-NO"/>
              <a:t> versatile.</a:t>
            </a:r>
          </a:p>
          <a:p>
            <a:pPr marL="457200" lvl="1" indent="0">
              <a:buNone/>
            </a:pPr>
            <a:endParaRPr lang="nb-NO" b="1"/>
          </a:p>
          <a:p>
            <a:pPr marL="457200" lvl="1" indent="0">
              <a:buNone/>
            </a:pPr>
            <a:r>
              <a:rPr lang="nb-NO" b="1"/>
              <a:t>Drawbacks</a:t>
            </a:r>
            <a:r>
              <a:rPr lang="nb-NO"/>
              <a:t>:</a:t>
            </a:r>
          </a:p>
          <a:p>
            <a:pPr lvl="1"/>
            <a:r>
              <a:rPr lang="nb-NO"/>
              <a:t>Hard to </a:t>
            </a:r>
            <a:r>
              <a:rPr lang="nb-NO" err="1"/>
              <a:t>fully</a:t>
            </a:r>
            <a:r>
              <a:rPr lang="nb-NO"/>
              <a:t> </a:t>
            </a:r>
            <a:r>
              <a:rPr lang="nb-NO" err="1"/>
              <a:t>control</a:t>
            </a:r>
            <a:r>
              <a:rPr lang="nb-NO"/>
              <a:t> </a:t>
            </a:r>
            <a:r>
              <a:rPr lang="nb-NO" err="1"/>
              <a:t>behaviour</a:t>
            </a:r>
            <a:r>
              <a:rPr lang="nb-NO"/>
              <a:t> and </a:t>
            </a:r>
            <a:r>
              <a:rPr lang="nb-NO" err="1"/>
              <a:t>sensitivity</a:t>
            </a:r>
            <a:r>
              <a:rPr lang="nb-NO"/>
              <a:t> to </a:t>
            </a:r>
            <a:r>
              <a:rPr lang="nb-NO" err="1"/>
              <a:t>small</a:t>
            </a:r>
            <a:r>
              <a:rPr lang="nb-NO"/>
              <a:t> </a:t>
            </a:r>
            <a:r>
              <a:rPr lang="nb-NO" err="1"/>
              <a:t>changes</a:t>
            </a:r>
            <a:r>
              <a:rPr lang="nb-NO"/>
              <a:t>.</a:t>
            </a:r>
          </a:p>
          <a:p>
            <a:pPr lvl="1"/>
            <a:r>
              <a:rPr lang="nb-NO" err="1"/>
              <a:t>Hallucinations</a:t>
            </a:r>
            <a:endParaRPr lang="nb-NO"/>
          </a:p>
          <a:p>
            <a:pPr lvl="1"/>
            <a:r>
              <a:rPr lang="nb-NO"/>
              <a:t>Debugging </a:t>
            </a:r>
            <a:r>
              <a:rPr lang="nb-NO" err="1"/>
              <a:t>takes</a:t>
            </a:r>
            <a:r>
              <a:rPr lang="nb-NO"/>
              <a:t> </a:t>
            </a:r>
            <a:r>
              <a:rPr lang="nb-NO" err="1"/>
              <a:t>some</a:t>
            </a:r>
            <a:r>
              <a:rPr lang="nb-NO"/>
              <a:t> time</a:t>
            </a:r>
          </a:p>
          <a:p>
            <a:pPr marL="457200" lvl="1" indent="0">
              <a:buNone/>
            </a:pPr>
            <a:endParaRPr lang="nb-NO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457200" lvl="1" indent="0">
              <a:buNone/>
            </a:pP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3) Are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there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variations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in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the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results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among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participants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– and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if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so,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why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457200" lvl="1" indent="0">
              <a:buNone/>
            </a:pPr>
            <a:r>
              <a:rPr lang="nb-NO"/>
              <a:t>In </a:t>
            </a:r>
            <a:r>
              <a:rPr lang="nb-NO" err="1"/>
              <a:t>practice</a:t>
            </a:r>
            <a:r>
              <a:rPr lang="nb-NO"/>
              <a:t> </a:t>
            </a:r>
            <a:r>
              <a:rPr lang="nb-NO" err="1"/>
              <a:t>we</a:t>
            </a:r>
            <a:r>
              <a:rPr lang="nb-NO"/>
              <a:t> </a:t>
            </a:r>
            <a:r>
              <a:rPr lang="nb-NO" err="1"/>
              <a:t>did</a:t>
            </a:r>
            <a:r>
              <a:rPr lang="nb-NO"/>
              <a:t> </a:t>
            </a:r>
            <a:r>
              <a:rPr lang="nb-NO" err="1"/>
              <a:t>observe</a:t>
            </a:r>
            <a:r>
              <a:rPr lang="nb-NO"/>
              <a:t> different outputs </a:t>
            </a:r>
            <a:r>
              <a:rPr lang="nb-NO" err="1"/>
              <a:t>because</a:t>
            </a:r>
            <a:r>
              <a:rPr lang="nb-NO"/>
              <a:t> </a:t>
            </a:r>
            <a:r>
              <a:rPr lang="nb-NO" err="1"/>
              <a:t>of</a:t>
            </a:r>
            <a:r>
              <a:rPr lang="nb-NO"/>
              <a:t> </a:t>
            </a:r>
            <a:r>
              <a:rPr lang="nb-NO" err="1"/>
              <a:t>the</a:t>
            </a:r>
            <a:r>
              <a:rPr lang="nb-NO"/>
              <a:t> non-</a:t>
            </a:r>
            <a:r>
              <a:rPr lang="nb-NO" err="1"/>
              <a:t>determinism</a:t>
            </a:r>
            <a:r>
              <a:rPr lang="nb-NO"/>
              <a:t> </a:t>
            </a:r>
            <a:r>
              <a:rPr lang="nb-NO" err="1"/>
              <a:t>of</a:t>
            </a:r>
            <a:r>
              <a:rPr lang="nb-NO"/>
              <a:t> </a:t>
            </a:r>
            <a:r>
              <a:rPr lang="nb-NO" err="1"/>
              <a:t>the</a:t>
            </a:r>
            <a:r>
              <a:rPr lang="nb-NO"/>
              <a:t> </a:t>
            </a:r>
            <a:r>
              <a:rPr lang="nb-NO" err="1"/>
              <a:t>tool</a:t>
            </a:r>
            <a:r>
              <a:rPr lang="nb-NO"/>
              <a:t>, </a:t>
            </a:r>
            <a:r>
              <a:rPr lang="nb-NO" err="1"/>
              <a:t>even</a:t>
            </a:r>
            <a:r>
              <a:rPr lang="nb-NO"/>
              <a:t> </a:t>
            </a:r>
            <a:r>
              <a:rPr lang="nb-NO" err="1"/>
              <a:t>when</a:t>
            </a:r>
            <a:r>
              <a:rPr lang="nb-NO"/>
              <a:t> </a:t>
            </a:r>
            <a:r>
              <a:rPr lang="nb-NO" err="1"/>
              <a:t>running</a:t>
            </a:r>
            <a:r>
              <a:rPr lang="nb-NO"/>
              <a:t> </a:t>
            </a:r>
            <a:r>
              <a:rPr lang="nb-NO" err="1"/>
              <a:t>the</a:t>
            </a:r>
            <a:r>
              <a:rPr lang="nb-NO"/>
              <a:t> same </a:t>
            </a:r>
            <a:r>
              <a:rPr lang="nb-NO" err="1"/>
              <a:t>query</a:t>
            </a:r>
            <a:r>
              <a:rPr lang="nb-NO"/>
              <a:t> and </a:t>
            </a:r>
            <a:r>
              <a:rPr lang="nb-NO" err="1"/>
              <a:t>configuration</a:t>
            </a:r>
            <a:r>
              <a:rPr lang="nb-NO"/>
              <a:t>.</a:t>
            </a:r>
          </a:p>
          <a:p>
            <a:pPr marL="457200" lvl="1" indent="0">
              <a:buNone/>
            </a:pPr>
            <a:endParaRPr lang="nb-NO"/>
          </a:p>
          <a:p>
            <a:pPr lvl="1"/>
            <a:endParaRPr lang="nb-NO" sz="3200"/>
          </a:p>
          <a:p>
            <a:pPr marL="457200" lvl="1" indent="0">
              <a:buNone/>
            </a:pPr>
            <a:endParaRPr lang="nb-NO" sz="3200"/>
          </a:p>
        </p:txBody>
      </p:sp>
    </p:spTree>
    <p:extLst>
      <p:ext uri="{BB962C8B-B14F-4D97-AF65-F5344CB8AC3E}">
        <p14:creationId xmlns:p14="http://schemas.microsoft.com/office/powerpoint/2010/main" val="3373906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F7E74-D29D-745E-6EA6-F9C8DC571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68F23-E808-B8CF-CD40-6BC1D975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Discussions we’ve had</a:t>
            </a:r>
            <a:br>
              <a:rPr lang="en-GB"/>
            </a:b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E6DB0-E23E-7805-391A-66293396D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27" y="1451295"/>
            <a:ext cx="10993073" cy="472566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4)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What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does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the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department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need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to do to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adopt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these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tools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0" lvl="0" indent="0">
              <a:buNone/>
            </a:pPr>
            <a:r>
              <a:rPr lang="nb-NO" sz="3600"/>
              <a:t>   </a:t>
            </a:r>
            <a:r>
              <a:rPr lang="nb-NO" sz="2400" err="1"/>
              <a:t>Mostly</a:t>
            </a:r>
            <a:r>
              <a:rPr lang="nb-NO" sz="2400"/>
              <a:t> </a:t>
            </a:r>
            <a:r>
              <a:rPr lang="nb-NO" sz="2400" err="1"/>
              <a:t>motivation</a:t>
            </a:r>
            <a:r>
              <a:rPr lang="nb-NO" sz="2400"/>
              <a:t> to do so </a:t>
            </a:r>
            <a:r>
              <a:rPr lang="nb-NO" sz="2400">
                <a:sym typeface="Wingdings" panose="05000000000000000000" pitchFamily="2" charset="2"/>
              </a:rPr>
              <a:t> and </a:t>
            </a:r>
            <a:r>
              <a:rPr lang="nb-NO" sz="2400" err="1">
                <a:sym typeface="Wingdings" panose="05000000000000000000" pitchFamily="2" charset="2"/>
              </a:rPr>
              <a:t>some</a:t>
            </a:r>
            <a:r>
              <a:rPr lang="nb-NO" sz="2400">
                <a:sym typeface="Wingdings" panose="05000000000000000000" pitchFamily="2" charset="2"/>
              </a:rPr>
              <a:t> time/resources </a:t>
            </a:r>
            <a:r>
              <a:rPr lang="nb-NO" sz="2400" err="1">
                <a:sym typeface="Wingdings" panose="05000000000000000000" pitchFamily="2" charset="2"/>
              </a:rPr>
              <a:t>set</a:t>
            </a:r>
            <a:r>
              <a:rPr lang="nb-NO" sz="2400">
                <a:sym typeface="Wingdings" panose="05000000000000000000" pitchFamily="2" charset="2"/>
              </a:rPr>
              <a:t> </a:t>
            </a:r>
            <a:r>
              <a:rPr lang="nb-NO" sz="2400" err="1">
                <a:sym typeface="Wingdings" panose="05000000000000000000" pitchFamily="2" charset="2"/>
              </a:rPr>
              <a:t>aside</a:t>
            </a:r>
            <a:r>
              <a:rPr lang="nb-NO" sz="2400">
                <a:sym typeface="Wingdings" panose="05000000000000000000" pitchFamily="2" charset="2"/>
              </a:rPr>
              <a:t> for setting it up.</a:t>
            </a:r>
            <a:endParaRPr lang="nb-NO" sz="3600"/>
          </a:p>
          <a:p>
            <a:pPr lvl="0"/>
            <a:endParaRPr lang="nb-NO" sz="3600"/>
          </a:p>
          <a:p>
            <a:pPr marL="0" lvl="0" indent="0">
              <a:buNone/>
            </a:pPr>
            <a:endParaRPr lang="nb-NO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lvl="0" indent="0">
              <a:buNone/>
            </a:pP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5)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Any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other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barriers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 to </a:t>
            </a:r>
            <a:r>
              <a:rPr lang="nb-NO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implementation</a:t>
            </a:r>
            <a:r>
              <a:rPr lang="nb-NO">
                <a:solidFill>
                  <a:schemeClr val="accent5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1"/>
            <a:r>
              <a:rPr lang="nb-NO" err="1"/>
              <a:t>Difficult</a:t>
            </a:r>
            <a:r>
              <a:rPr lang="nb-NO"/>
              <a:t> to </a:t>
            </a:r>
            <a:r>
              <a:rPr lang="nb-NO" err="1"/>
              <a:t>setup</a:t>
            </a:r>
            <a:r>
              <a:rPr lang="nb-NO"/>
              <a:t> in </a:t>
            </a:r>
            <a:r>
              <a:rPr lang="nb-NO" err="1"/>
              <a:t>short</a:t>
            </a:r>
            <a:r>
              <a:rPr lang="nb-NO"/>
              <a:t> time (</a:t>
            </a:r>
            <a:r>
              <a:rPr lang="nb-NO" err="1"/>
              <a:t>issues</a:t>
            </a:r>
            <a:r>
              <a:rPr lang="nb-NO"/>
              <a:t> </a:t>
            </a:r>
            <a:r>
              <a:rPr lang="nb-NO" err="1"/>
              <a:t>encountered</a:t>
            </a:r>
            <a:r>
              <a:rPr lang="nb-NO"/>
              <a:t> </a:t>
            </a:r>
            <a:r>
              <a:rPr lang="nb-NO" err="1"/>
              <a:t>with</a:t>
            </a:r>
            <a:r>
              <a:rPr lang="nb-NO"/>
              <a:t> </a:t>
            </a:r>
            <a:r>
              <a:rPr lang="nb-NO" err="1"/>
              <a:t>venvs</a:t>
            </a:r>
            <a:r>
              <a:rPr lang="nb-NO"/>
              <a:t>, databases restarting, </a:t>
            </a:r>
            <a:r>
              <a:rPr lang="nb-NO" err="1"/>
              <a:t>versioning</a:t>
            </a:r>
            <a:r>
              <a:rPr lang="nb-NO"/>
              <a:t> …)</a:t>
            </a:r>
          </a:p>
          <a:p>
            <a:pPr lvl="1"/>
            <a:r>
              <a:rPr lang="nb-NO"/>
              <a:t>Autogen has </a:t>
            </a:r>
            <a:r>
              <a:rPr lang="nb-NO" err="1"/>
              <a:t>some</a:t>
            </a:r>
            <a:r>
              <a:rPr lang="nb-NO"/>
              <a:t> </a:t>
            </a:r>
            <a:r>
              <a:rPr lang="nb-NO" err="1"/>
              <a:t>implementation</a:t>
            </a:r>
            <a:r>
              <a:rPr lang="nb-NO"/>
              <a:t> </a:t>
            </a:r>
            <a:r>
              <a:rPr lang="nb-NO" err="1"/>
              <a:t>particularities</a:t>
            </a:r>
            <a:r>
              <a:rPr lang="nb-NO"/>
              <a:t> </a:t>
            </a:r>
            <a:r>
              <a:rPr lang="nb-NO" err="1"/>
              <a:t>which</a:t>
            </a:r>
            <a:r>
              <a:rPr lang="nb-NO"/>
              <a:t> </a:t>
            </a:r>
            <a:r>
              <a:rPr lang="nb-NO" err="1"/>
              <a:t>sometimes</a:t>
            </a:r>
            <a:r>
              <a:rPr lang="nb-NO"/>
              <a:t> </a:t>
            </a:r>
            <a:r>
              <a:rPr lang="nb-NO" err="1"/>
              <a:t>requires</a:t>
            </a:r>
            <a:r>
              <a:rPr lang="nb-NO"/>
              <a:t> </a:t>
            </a:r>
            <a:r>
              <a:rPr lang="nb-NO" err="1"/>
              <a:t>some</a:t>
            </a:r>
            <a:r>
              <a:rPr lang="nb-NO"/>
              <a:t> </a:t>
            </a:r>
            <a:r>
              <a:rPr lang="nb-NO" err="1"/>
              <a:t>tinkering</a:t>
            </a:r>
            <a:r>
              <a:rPr lang="nb-NO"/>
              <a:t>/</a:t>
            </a:r>
            <a:r>
              <a:rPr lang="nb-NO" err="1"/>
              <a:t>workarounds</a:t>
            </a:r>
            <a:r>
              <a:rPr lang="nb-NO"/>
              <a:t> (</a:t>
            </a:r>
            <a:r>
              <a:rPr lang="nb-NO" err="1"/>
              <a:t>forcing</a:t>
            </a:r>
            <a:r>
              <a:rPr lang="nb-NO"/>
              <a:t> agents, not </a:t>
            </a:r>
            <a:r>
              <a:rPr lang="nb-NO" err="1"/>
              <a:t>being</a:t>
            </a:r>
            <a:r>
              <a:rPr lang="nb-NO"/>
              <a:t> </a:t>
            </a:r>
            <a:r>
              <a:rPr lang="nb-NO" err="1"/>
              <a:t>able</a:t>
            </a:r>
            <a:r>
              <a:rPr lang="nb-NO"/>
              <a:t> to </a:t>
            </a:r>
            <a:r>
              <a:rPr lang="nb-NO" err="1"/>
              <a:t>access</a:t>
            </a:r>
            <a:r>
              <a:rPr lang="nb-NO"/>
              <a:t> moderators, </a:t>
            </a:r>
            <a:r>
              <a:rPr lang="nb-NO" err="1"/>
              <a:t>no</a:t>
            </a:r>
            <a:r>
              <a:rPr lang="nb-NO"/>
              <a:t> </a:t>
            </a:r>
            <a:r>
              <a:rPr lang="nb-NO" err="1"/>
              <a:t>structured</a:t>
            </a:r>
            <a:r>
              <a:rPr lang="nb-NO"/>
              <a:t> inputs - just outputs). </a:t>
            </a:r>
          </a:p>
          <a:p>
            <a:pPr marL="0" lvl="0" indent="0">
              <a:buNone/>
            </a:pPr>
            <a:endParaRPr lang="nb-NO" sz="3600"/>
          </a:p>
          <a:p>
            <a:pPr lvl="1"/>
            <a:endParaRPr lang="nb-NO" sz="3200"/>
          </a:p>
          <a:p>
            <a:pPr marL="457200" lvl="1" indent="0">
              <a:buNone/>
            </a:pPr>
            <a:endParaRPr lang="nb-NO" sz="3200"/>
          </a:p>
        </p:txBody>
      </p:sp>
    </p:spTree>
    <p:extLst>
      <p:ext uri="{BB962C8B-B14F-4D97-AF65-F5344CB8AC3E}">
        <p14:creationId xmlns:p14="http://schemas.microsoft.com/office/powerpoint/2010/main" val="1198931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850AF-58E0-EC30-5890-12A1E013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EB0FAA-183A-25B8-6308-084777D95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931" y="2924073"/>
            <a:ext cx="4086138" cy="100985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5400">
                <a:solidFill>
                  <a:schemeClr val="accent5">
                    <a:lumMod val="60000"/>
                    <a:lumOff val="40000"/>
                  </a:schemeClr>
                </a:solidFill>
              </a:rPr>
              <a:t>THANK YOU ❣️</a:t>
            </a:r>
            <a:endParaRPr lang="nb-NO" sz="54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890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Application>Microsoft Office PowerPoint</Application>
  <PresentationFormat>Widescreen</PresentationFormat>
  <Slides>13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Department Gathering October 2025</vt:lpstr>
      <vt:lpstr>Workshop goals</vt:lpstr>
      <vt:lpstr>Built-in Autogen Agents</vt:lpstr>
      <vt:lpstr>Motivation &amp; Case</vt:lpstr>
      <vt:lpstr>Motivation &amp; Case</vt:lpstr>
      <vt:lpstr>Motivation &amp; Case</vt:lpstr>
      <vt:lpstr>Setup</vt:lpstr>
      <vt:lpstr>Demonstration</vt:lpstr>
      <vt:lpstr>Demonstration</vt:lpstr>
      <vt:lpstr>Discussions we’ve had </vt:lpstr>
      <vt:lpstr>Discussions we’ve had </vt:lpstr>
      <vt:lpstr>Discussions we’ve had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Adela Nedisan Videsjorden</dc:creator>
  <cp:revision>1</cp:revision>
  <dcterms:created xsi:type="dcterms:W3CDTF">2025-10-13T20:30:03Z</dcterms:created>
  <dcterms:modified xsi:type="dcterms:W3CDTF">2025-10-15T07:38:42Z</dcterms:modified>
</cp:coreProperties>
</file>
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0" r:id="rId3"/>
    <p:sldId id="258" r:id="rId4"/>
  </p:sldIdLst>
  <p:sldSz cx="12192000" cy="6858000"/>
  <p:notesSz cx="6858000" cy="9144000"/>
  <p:defaultTextStyle>
    <a:defPPr>
      <a:defRPr lang="nb-NO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7740E7E7-3638-4A29-A623-5192DB3902F4}" v="1" dt="2025-10-13T21:09:43.225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7" d="100"/>
          <a:sy n="87" d="100"/>
        </p:scale>
        <p:origin x="3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10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dela Nedisan Videsjorden" userId="16205ae5-98c8-4080-bff7-3ead80d46a09" providerId="ADAL" clId="{CB254D50-70D7-42A1-80E6-E8FD860A9ABC}"/>
    <pc:docChg chg="modSld">
      <pc:chgData name="Adela Nedisan Videsjorden" userId="16205ae5-98c8-4080-bff7-3ead80d46a09" providerId="ADAL" clId="{CB254D50-70D7-42A1-80E6-E8FD860A9ABC}" dt="2025-10-13T21:09:57.178" v="26" actId="20577"/>
      <pc:docMkLst>
        <pc:docMk/>
      </pc:docMkLst>
      <pc:sldChg chg="modSp mod">
        <pc:chgData name="Adela Nedisan Videsjorden" userId="16205ae5-98c8-4080-bff7-3ead80d46a09" providerId="ADAL" clId="{CB254D50-70D7-42A1-80E6-E8FD860A9ABC}" dt="2025-10-13T21:09:57.178" v="26" actId="20577"/>
        <pc:sldMkLst>
          <pc:docMk/>
          <pc:sldMk cId="3559493706" sldId="260"/>
        </pc:sldMkLst>
        <pc:spChg chg="mod">
          <ac:chgData name="Adela Nedisan Videsjorden" userId="16205ae5-98c8-4080-bff7-3ead80d46a09" providerId="ADAL" clId="{CB254D50-70D7-42A1-80E6-E8FD860A9ABC}" dt="2025-10-13T21:09:57.178" v="26" actId="20577"/>
          <ac:spMkLst>
            <pc:docMk/>
            <pc:sldMk cId="3559493706" sldId="260"/>
            <ac:spMk id="3" creationId="{73311C9B-7B82-50BC-9C6E-6B334EFAF3CD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D1DFC3-37BD-5E41-2EE4-E154739CA41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2D9C5B-74A6-2D4F-5D86-3EE5C8F2E4B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68CDB4-541B-54A0-AB87-276927AA32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156CAB-AD92-BFBD-E4B3-D04CC6C8D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B981B5-823B-E9AB-4180-B1CD3E5F2B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123646841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2FBED7-DA62-3FF3-3752-2DC15657A9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FAF003B-00E5-8157-60E4-577A5DD2CD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F828364-97E6-2270-CBF8-A442E7B832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6E8B5D3-32CD-636E-21EF-C84FBBBB19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26AFD3-3521-3616-4A9C-F4E0ACA63B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2336936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DE3B20-6E19-8008-0584-22D9EEF7E5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E3D219E-9720-5BBA-3785-B73B3BE8AC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6B29B9-D714-BE0E-D35D-84B330377B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3A28D0-B2C1-E0FC-4B67-1B505E9F4A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A48907-8A65-410F-BAE3-E6EF6D9A0A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4056427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AB36A9-A6AB-572E-3328-FD41CAF3F0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E35C870-E185-9AEF-EF73-3B08C172BD2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D87701B-C8F8-B42E-7A9C-8C7BB3D243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7151930-93CF-0798-7B4E-80583AA7A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BF6E30E-2DC7-B800-D201-FA3029EE41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497012-BF66-36E7-E031-AFA145D1FD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5244054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9C46EF-C620-9B6C-3561-001C61E50B7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344E22A-C096-4D74-2405-3196493972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C40B4E5-569A-DB7F-21F4-EC273DC390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D25387F-4B9B-E319-FA47-E949FEFF289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FA06C89-1568-BB8C-3D79-E81A5E1734B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7B75386-41A5-387F-DE6E-8E278F07B3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18178E0-3D8C-1D04-CF43-20129B749C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FDCB51F-DB71-6E54-8A37-67DEFD367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2410801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DE6447-5613-D10F-35F0-6FFAB8F10D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4D3A8BE-65CC-7185-4DFE-62EEA00124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3DE0CE8-14EE-37BD-C876-16C000CCC8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FC6E498-60A5-62D9-D17B-3D11C2F5F4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7103238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29E86AC-9DF1-1CCE-ECC3-CA68BF7AED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B29F7A79-CFB0-2682-5432-1E3DC9757B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B44AEA-F07D-5A47-6B86-FE9B4F9F0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312337909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6D7AEC-1D4E-3A60-4D2D-29D9E61C56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6CE08C9-6A7D-5C34-89C5-1B09F8A0830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D17B987-E12B-FD3A-A531-76048AF1AC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096914-BF93-0F4B-7081-F6F625599CC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F916F8-FA1A-BC0B-62C8-F45E2257E37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88BD7EB-1610-7E55-A5FE-B21A4EDDB1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7841087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9DF1C4-B2FB-313F-0AB1-9A1624C732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F30C4BB-0E92-6A84-EC40-88DAA9A59B8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nb-NO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8B85363-5AE1-499F-2C6F-43D8D3C3D89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F90785-ABA8-EC37-4268-075CF55A05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CE9E6FA-64C1-A003-EA61-AC145460D3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8F16A9-4D71-6A9B-52E1-545EDC8C3A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8845106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1A4E2-31B4-5046-9B49-978EC146B8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E103021-A8E4-0E85-86AB-7F3236AF109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CD69796-978F-99A2-B761-8175FED37E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C2FAB5-137B-952A-EAAD-1E67453A04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D069FBE-A7B4-7F81-A87E-F6549ABEED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66777418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51D5CA6E-AEA7-CA70-EEAB-F4A8E00A0BE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2361343-99E5-A0BA-BB2F-41F14C9077E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F34C1BD-6A1B-5DDD-6958-CE0F6AF0F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DEF48AA-FCB6-D485-94C3-8635BA2716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3EE4A7-E508-B19A-D909-DEFECFBE90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28696753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2A339D6-5E40-ECC1-2865-80D64CB791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nb-NO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4D0D87D-1F6A-7E0F-EA2B-910055A386B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b-NO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73D36A8-144E-62AB-E735-803E0E498F0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995DA09-43F3-4E83-B0CE-65E66947C6FF}" type="datetimeFigureOut">
              <a:rPr lang="nb-NO" smtClean="0"/>
              <a:t>13.10.2025</a:t>
            </a:fld>
            <a:endParaRPr lang="nb-NO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571E3BA-34A8-C80A-2E7D-4C9BAD3A484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nb-NO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3438C5-6A40-3D8F-5BB1-3ADB5F2BEF9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833F94-61A5-41BC-9C4C-FA5FF4A4852A}" type="slidenum">
              <a:rPr lang="nb-NO" smtClean="0"/>
              <a:t>‹#›</a:t>
            </a:fld>
            <a:endParaRPr lang="nb-NO"/>
          </a:p>
        </p:txBody>
      </p:sp>
    </p:spTree>
    <p:extLst>
      <p:ext uri="{BB962C8B-B14F-4D97-AF65-F5344CB8AC3E}">
        <p14:creationId xmlns:p14="http://schemas.microsoft.com/office/powerpoint/2010/main" val="493973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nb-NO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61E4DA-7A9F-2760-51E8-52896C64769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Department Gathering</a:t>
            </a:r>
            <a:br>
              <a:rPr lang="en-GB" dirty="0"/>
            </a:br>
            <a:r>
              <a:rPr lang="en-GB" dirty="0"/>
              <a:t>October 2025</a:t>
            </a:r>
            <a:endParaRPr lang="nb-NO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B0DE831-F176-DFF0-C2B3-847BC2D71D6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2798762"/>
          </a:xfrm>
        </p:spPr>
        <p:txBody>
          <a:bodyPr>
            <a:normAutofit fontScale="70000" lnSpcReduction="20000"/>
          </a:bodyPr>
          <a:lstStyle/>
          <a:p>
            <a:endParaRPr lang="en-GB" dirty="0"/>
          </a:p>
          <a:p>
            <a:endParaRPr lang="en-GB" sz="4600" dirty="0"/>
          </a:p>
          <a:p>
            <a:r>
              <a:rPr lang="nb-NO" sz="4600" b="1" dirty="0" err="1"/>
              <a:t>Multi</a:t>
            </a:r>
            <a:r>
              <a:rPr lang="nb-NO" sz="4600" b="1" dirty="0"/>
              <a:t>-agent AI </a:t>
            </a:r>
            <a:r>
              <a:rPr lang="nb-NO" sz="4600" b="1" dirty="0" err="1"/>
              <a:t>with</a:t>
            </a:r>
            <a:r>
              <a:rPr lang="nb-NO" sz="4600" b="1" dirty="0"/>
              <a:t> Autogen for Digital </a:t>
            </a:r>
            <a:r>
              <a:rPr lang="nb-NO" sz="4600" b="1" dirty="0" err="1"/>
              <a:t>Twins</a:t>
            </a:r>
            <a:r>
              <a:rPr lang="nb-NO" sz="4600" b="1" dirty="0"/>
              <a:t>​</a:t>
            </a:r>
          </a:p>
          <a:p>
            <a:endParaRPr lang="en-GB" sz="4600" b="1" dirty="0"/>
          </a:p>
          <a:p>
            <a:r>
              <a:rPr lang="en-GB" sz="38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Presentation by</a:t>
            </a:r>
          </a:p>
          <a:p>
            <a:r>
              <a:rPr lang="en-GB" sz="3800" dirty="0">
                <a:solidFill>
                  <a:schemeClr val="accent5">
                    <a:lumMod val="60000"/>
                    <a:lumOff val="40000"/>
                  </a:schemeClr>
                </a:solidFill>
              </a:rPr>
              <a:t>Adela Nedisan Videsjorden</a:t>
            </a:r>
          </a:p>
          <a:p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2779956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6DFB20-C5CB-19FF-B167-BF48384EFD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Outline</a:t>
            </a:r>
            <a:endParaRPr lang="nb-N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311C9B-7B82-50BC-9C6E-6B334EFAF3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1. Introduction</a:t>
            </a:r>
          </a:p>
          <a:p>
            <a:pPr marL="0" indent="0">
              <a:buNone/>
            </a:pPr>
            <a:r>
              <a:rPr lang="en-GB" dirty="0"/>
              <a:t>2. Challenge &amp; Case</a:t>
            </a:r>
          </a:p>
          <a:p>
            <a:pPr marL="0" indent="0">
              <a:buNone/>
            </a:pPr>
            <a:r>
              <a:rPr lang="en-GB" dirty="0"/>
              <a:t>3. Setup</a:t>
            </a:r>
          </a:p>
          <a:p>
            <a:pPr marL="0" indent="0">
              <a:buNone/>
            </a:pPr>
            <a:r>
              <a:rPr lang="en-GB" dirty="0"/>
              <a:t>4. Demonstration</a:t>
            </a:r>
          </a:p>
          <a:p>
            <a:pPr marL="0" indent="0">
              <a:buNone/>
            </a:pPr>
            <a:r>
              <a:rPr lang="en-GB" dirty="0"/>
              <a:t>5. Discussion</a:t>
            </a:r>
          </a:p>
          <a:p>
            <a:pPr marL="0" indent="0">
              <a:buNone/>
            </a:pPr>
            <a:endParaRPr lang="en-GB" dirty="0"/>
          </a:p>
          <a:p>
            <a:endParaRPr lang="en-GB" dirty="0"/>
          </a:p>
          <a:p>
            <a:endParaRPr lang="nb-NO" dirty="0"/>
          </a:p>
        </p:txBody>
      </p:sp>
      <p:sp>
        <p:nvSpPr>
          <p:cNvPr id="4" name="Right Brace 3">
            <a:extLst>
              <a:ext uri="{FF2B5EF4-FFF2-40B4-BE49-F238E27FC236}">
                <a16:creationId xmlns:a16="http://schemas.microsoft.com/office/drawing/2014/main" id="{73831B58-1F0D-8B79-F8DC-55647F14F10D}"/>
              </a:ext>
            </a:extLst>
          </p:cNvPr>
          <p:cNvSpPr/>
          <p:nvPr/>
        </p:nvSpPr>
        <p:spPr>
          <a:xfrm>
            <a:off x="4563611" y="1825625"/>
            <a:ext cx="192947" cy="2008144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nb-NO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DFFCE57-7B5B-F6DC-4463-5C377AF1B187}"/>
              </a:ext>
            </a:extLst>
          </p:cNvPr>
          <p:cNvSpPr txBox="1"/>
          <p:nvPr/>
        </p:nvSpPr>
        <p:spPr>
          <a:xfrm>
            <a:off x="5528345" y="2684477"/>
            <a:ext cx="239847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Inside the </a:t>
            </a:r>
            <a:r>
              <a:rPr lang="en-GB" dirty="0" err="1"/>
              <a:t>github</a:t>
            </a:r>
            <a:r>
              <a:rPr lang="en-GB" dirty="0"/>
              <a:t> repo!</a:t>
            </a:r>
            <a:endParaRPr lang="nb-NO" dirty="0"/>
          </a:p>
        </p:txBody>
      </p:sp>
    </p:spTree>
    <p:extLst>
      <p:ext uri="{BB962C8B-B14F-4D97-AF65-F5344CB8AC3E}">
        <p14:creationId xmlns:p14="http://schemas.microsoft.com/office/powerpoint/2010/main" val="355949370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67B84F-B7CE-7767-FBFC-5A904DFDA3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GB" dirty="0" err="1"/>
              <a:t>EoD</a:t>
            </a:r>
            <a:r>
              <a:rPr lang="en-GB" dirty="0"/>
              <a:t>. Discussion</a:t>
            </a:r>
            <a:br>
              <a:rPr lang="en-GB" dirty="0"/>
            </a:br>
            <a:endParaRPr lang="nb-NO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75A1F99-AD78-BDD4-0893-8EDA4298F3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b-NO" dirty="0" err="1"/>
              <a:t>Experiences</a:t>
            </a:r>
            <a:r>
              <a:rPr lang="nb-NO" dirty="0"/>
              <a:t> </a:t>
            </a:r>
            <a:r>
              <a:rPr lang="nb-NO" dirty="0" err="1"/>
              <a:t>using</a:t>
            </a:r>
            <a:r>
              <a:rPr lang="nb-NO" dirty="0"/>
              <a:t>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tool</a:t>
            </a:r>
            <a:r>
              <a:rPr lang="nb-NO" dirty="0"/>
              <a:t>(s):</a:t>
            </a:r>
            <a:endParaRPr lang="nb-NO" sz="3600" dirty="0"/>
          </a:p>
          <a:p>
            <a:pPr lvl="1"/>
            <a:r>
              <a:rPr lang="nb-NO" dirty="0" err="1"/>
              <a:t>What</a:t>
            </a:r>
            <a:r>
              <a:rPr lang="nb-NO" dirty="0"/>
              <a:t> </a:t>
            </a:r>
            <a:r>
              <a:rPr lang="nb-NO" dirty="0" err="1"/>
              <a:t>did</a:t>
            </a:r>
            <a:r>
              <a:rPr lang="nb-NO" dirty="0"/>
              <a:t>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participants</a:t>
            </a:r>
            <a:r>
              <a:rPr lang="nb-NO" dirty="0"/>
              <a:t> </a:t>
            </a:r>
            <a:r>
              <a:rPr lang="nb-NO" dirty="0" err="1"/>
              <a:t>produce</a:t>
            </a:r>
            <a:r>
              <a:rPr lang="nb-NO" dirty="0"/>
              <a:t>?</a:t>
            </a:r>
            <a:endParaRPr lang="nb-NO" sz="3200" dirty="0"/>
          </a:p>
          <a:p>
            <a:pPr lvl="1"/>
            <a:r>
              <a:rPr lang="nb-NO" dirty="0" err="1"/>
              <a:t>What</a:t>
            </a:r>
            <a:r>
              <a:rPr lang="nb-NO" dirty="0"/>
              <a:t> </a:t>
            </a:r>
            <a:r>
              <a:rPr lang="nb-NO" dirty="0" err="1"/>
              <a:t>are</a:t>
            </a:r>
            <a:r>
              <a:rPr lang="nb-NO" dirty="0"/>
              <a:t>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benefits</a:t>
            </a:r>
            <a:r>
              <a:rPr lang="nb-NO" dirty="0"/>
              <a:t> and drawbacks?</a:t>
            </a:r>
            <a:endParaRPr lang="nb-NO" sz="3200" dirty="0"/>
          </a:p>
          <a:p>
            <a:pPr lvl="1"/>
            <a:r>
              <a:rPr lang="nb-NO" dirty="0"/>
              <a:t>Are </a:t>
            </a:r>
            <a:r>
              <a:rPr lang="nb-NO" dirty="0" err="1"/>
              <a:t>there</a:t>
            </a:r>
            <a:r>
              <a:rPr lang="nb-NO" dirty="0"/>
              <a:t> </a:t>
            </a:r>
            <a:r>
              <a:rPr lang="nb-NO" dirty="0" err="1"/>
              <a:t>variations</a:t>
            </a:r>
            <a:r>
              <a:rPr lang="nb-NO" dirty="0"/>
              <a:t> in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results</a:t>
            </a:r>
            <a:r>
              <a:rPr lang="nb-NO" dirty="0"/>
              <a:t> </a:t>
            </a:r>
            <a:r>
              <a:rPr lang="nb-NO" dirty="0" err="1"/>
              <a:t>among</a:t>
            </a:r>
            <a:r>
              <a:rPr lang="nb-NO" dirty="0"/>
              <a:t> </a:t>
            </a:r>
            <a:r>
              <a:rPr lang="nb-NO" dirty="0" err="1"/>
              <a:t>participants</a:t>
            </a:r>
            <a:r>
              <a:rPr lang="nb-NO" dirty="0"/>
              <a:t> – and </a:t>
            </a:r>
            <a:r>
              <a:rPr lang="nb-NO" dirty="0" err="1"/>
              <a:t>if</a:t>
            </a:r>
            <a:r>
              <a:rPr lang="nb-NO" dirty="0"/>
              <a:t> so, </a:t>
            </a:r>
            <a:r>
              <a:rPr lang="nb-NO" dirty="0" err="1"/>
              <a:t>why</a:t>
            </a:r>
            <a:r>
              <a:rPr lang="nb-NO" dirty="0"/>
              <a:t>?</a:t>
            </a:r>
            <a:endParaRPr lang="nb-NO" sz="3200" dirty="0"/>
          </a:p>
          <a:p>
            <a:pPr lvl="0"/>
            <a:r>
              <a:rPr lang="nb-NO" dirty="0" err="1"/>
              <a:t>What</a:t>
            </a:r>
            <a:r>
              <a:rPr lang="nb-NO" dirty="0"/>
              <a:t> </a:t>
            </a:r>
            <a:r>
              <a:rPr lang="nb-NO" dirty="0" err="1"/>
              <a:t>does</a:t>
            </a:r>
            <a:r>
              <a:rPr lang="nb-NO" dirty="0"/>
              <a:t> </a:t>
            </a:r>
            <a:r>
              <a:rPr lang="nb-NO" dirty="0" err="1"/>
              <a:t>the</a:t>
            </a:r>
            <a:r>
              <a:rPr lang="nb-NO" dirty="0"/>
              <a:t> </a:t>
            </a:r>
            <a:r>
              <a:rPr lang="nb-NO" dirty="0" err="1"/>
              <a:t>department</a:t>
            </a:r>
            <a:r>
              <a:rPr lang="nb-NO" dirty="0"/>
              <a:t> </a:t>
            </a:r>
            <a:r>
              <a:rPr lang="nb-NO" dirty="0" err="1"/>
              <a:t>need</a:t>
            </a:r>
            <a:r>
              <a:rPr lang="nb-NO" dirty="0"/>
              <a:t> to do to </a:t>
            </a:r>
            <a:r>
              <a:rPr lang="nb-NO" dirty="0" err="1"/>
              <a:t>adopt</a:t>
            </a:r>
            <a:r>
              <a:rPr lang="nb-NO" dirty="0"/>
              <a:t> </a:t>
            </a:r>
            <a:r>
              <a:rPr lang="nb-NO" dirty="0" err="1"/>
              <a:t>these</a:t>
            </a:r>
            <a:r>
              <a:rPr lang="nb-NO" dirty="0"/>
              <a:t> </a:t>
            </a:r>
            <a:r>
              <a:rPr lang="nb-NO" dirty="0" err="1"/>
              <a:t>tools</a:t>
            </a:r>
            <a:r>
              <a:rPr lang="nb-NO" dirty="0"/>
              <a:t>?</a:t>
            </a:r>
            <a:endParaRPr lang="nb-NO" sz="3600" dirty="0"/>
          </a:p>
          <a:p>
            <a:pPr lvl="0"/>
            <a:r>
              <a:rPr lang="nb-NO" dirty="0" err="1"/>
              <a:t>Any</a:t>
            </a:r>
            <a:r>
              <a:rPr lang="nb-NO" dirty="0"/>
              <a:t> </a:t>
            </a:r>
            <a:r>
              <a:rPr lang="nb-NO" dirty="0" err="1"/>
              <a:t>other</a:t>
            </a:r>
            <a:r>
              <a:rPr lang="nb-NO" dirty="0"/>
              <a:t> </a:t>
            </a:r>
            <a:r>
              <a:rPr lang="nb-NO" dirty="0" err="1"/>
              <a:t>barriers</a:t>
            </a:r>
            <a:r>
              <a:rPr lang="nb-NO" dirty="0"/>
              <a:t> to </a:t>
            </a:r>
            <a:r>
              <a:rPr lang="nb-NO" dirty="0" err="1"/>
              <a:t>implementation</a:t>
            </a:r>
            <a:r>
              <a:rPr lang="nb-NO" dirty="0"/>
              <a:t>.</a:t>
            </a:r>
            <a:endParaRPr lang="nb-NO" sz="3600" dirty="0"/>
          </a:p>
        </p:txBody>
      </p:sp>
    </p:spTree>
    <p:extLst>
      <p:ext uri="{BB962C8B-B14F-4D97-AF65-F5344CB8AC3E}">
        <p14:creationId xmlns:p14="http://schemas.microsoft.com/office/powerpoint/2010/main" val="33739067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98</Words>
  <Application>Microsoft Office PowerPoint</Application>
  <PresentationFormat>Widescreen</PresentationFormat>
  <Paragraphs>22</Paragraphs>
  <Slides>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7" baseType="lpstr">
      <vt:lpstr>Aptos</vt:lpstr>
      <vt:lpstr>Aptos Display</vt:lpstr>
      <vt:lpstr>Arial</vt:lpstr>
      <vt:lpstr>Office Theme</vt:lpstr>
      <vt:lpstr>Department Gathering October 2025</vt:lpstr>
      <vt:lpstr>Outline</vt:lpstr>
      <vt:lpstr>EoD. Discussion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Adela Nedisan Videsjorden</dc:creator>
  <cp:lastModifiedBy>Adela Nedisan Videsjorden</cp:lastModifiedBy>
  <cp:revision>1</cp:revision>
  <dcterms:created xsi:type="dcterms:W3CDTF">2025-10-13T20:30:03Z</dcterms:created>
  <dcterms:modified xsi:type="dcterms:W3CDTF">2025-10-13T21:10:05Z</dcterms:modified>
</cp:coreProperties>
</file>